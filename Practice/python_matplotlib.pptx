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4"/>
  </p:notesMasterIdLst>
  <p:handoutMasterIdLst>
    <p:handoutMasterId r:id="rId15"/>
  </p:handoutMasterIdLst>
  <p:sldIdLst>
    <p:sldId id="296" r:id="rId2"/>
    <p:sldId id="256" r:id="rId3"/>
    <p:sldId id="268" r:id="rId4"/>
    <p:sldId id="286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917AC-3974-4960-9BAF-D5671B2829D1}" v="145" dt="2023-03-25T14:13:40.4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83707" autoAdjust="0"/>
  </p:normalViewPr>
  <p:slideViewPr>
    <p:cSldViewPr snapToGrid="0">
      <p:cViewPr varScale="1">
        <p:scale>
          <a:sx n="128" d="100"/>
          <a:sy n="128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eed Hashem" userId="b94ed9c5-3008-429e-9c6a-c439b5985c30" providerId="ADAL" clId="{A86917AC-3974-4960-9BAF-D5671B2829D1}"/>
    <pc:docChg chg="undo redo custSel addSld delSld modSld sldOrd">
      <pc:chgData name="Nareed Hashem" userId="b94ed9c5-3008-429e-9c6a-c439b5985c30" providerId="ADAL" clId="{A86917AC-3974-4960-9BAF-D5671B2829D1}" dt="2023-03-25T16:04:33.795" v="2443" actId="27636"/>
      <pc:docMkLst>
        <pc:docMk/>
      </pc:docMkLst>
      <pc:sldChg chg="addSp delSp modSp mod setBg">
        <pc:chgData name="Nareed Hashem" userId="b94ed9c5-3008-429e-9c6a-c439b5985c30" providerId="ADAL" clId="{A86917AC-3974-4960-9BAF-D5671B2829D1}" dt="2023-03-25T14:09:54.970" v="1891" actId="26606"/>
        <pc:sldMkLst>
          <pc:docMk/>
          <pc:sldMk cId="616906718" sldId="256"/>
        </pc:sldMkLst>
        <pc:spChg chg="mod">
          <ac:chgData name="Nareed Hashem" userId="b94ed9c5-3008-429e-9c6a-c439b5985c30" providerId="ADAL" clId="{A86917AC-3974-4960-9BAF-D5671B2829D1}" dt="2023-03-25T14:09:54.970" v="1891" actId="26606"/>
          <ac:spMkLst>
            <pc:docMk/>
            <pc:sldMk cId="616906718" sldId="256"/>
            <ac:spMk id="2" creationId="{B181F489-B701-4C74-9747-27C8656A89CC}"/>
          </ac:spMkLst>
        </pc:spChg>
        <pc:spChg chg="add">
          <ac:chgData name="Nareed Hashem" userId="b94ed9c5-3008-429e-9c6a-c439b5985c30" providerId="ADAL" clId="{A86917AC-3974-4960-9BAF-D5671B2829D1}" dt="2023-03-25T14:09:54.970" v="1891" actId="26606"/>
          <ac:spMkLst>
            <pc:docMk/>
            <pc:sldMk cId="616906718" sldId="256"/>
            <ac:spMk id="7" creationId="{BC3E1C3D-633C-4756-B09B-9AD080714C9F}"/>
          </ac:spMkLst>
        </pc:spChg>
        <pc:spChg chg="add">
          <ac:chgData name="Nareed Hashem" userId="b94ed9c5-3008-429e-9c6a-c439b5985c30" providerId="ADAL" clId="{A86917AC-3974-4960-9BAF-D5671B2829D1}" dt="2023-03-25T14:09:54.970" v="1891" actId="26606"/>
          <ac:spMkLst>
            <pc:docMk/>
            <pc:sldMk cId="616906718" sldId="256"/>
            <ac:spMk id="9" creationId="{1295DAF8-54BC-4834-A4B1-7DD2F7AFE5A3}"/>
          </ac:spMkLst>
        </pc:spChg>
        <pc:picChg chg="del mod">
          <ac:chgData name="Nareed Hashem" userId="b94ed9c5-3008-429e-9c6a-c439b5985c30" providerId="ADAL" clId="{A86917AC-3974-4960-9BAF-D5671B2829D1}" dt="2023-03-25T14:09:49.663" v="1890" actId="478"/>
          <ac:picMkLst>
            <pc:docMk/>
            <pc:sldMk cId="616906718" sldId="256"/>
            <ac:picMk id="5" creationId="{6C2F14AD-035A-6636-3C39-AAD2D3DA9A65}"/>
          </ac:picMkLst>
        </pc:picChg>
      </pc:sldChg>
      <pc:sldChg chg="addSp delSp modSp mod">
        <pc:chgData name="Nareed Hashem" userId="b94ed9c5-3008-429e-9c6a-c439b5985c30" providerId="ADAL" clId="{A86917AC-3974-4960-9BAF-D5671B2829D1}" dt="2023-03-25T14:10:48.316" v="1905" actId="255"/>
        <pc:sldMkLst>
          <pc:docMk/>
          <pc:sldMk cId="1457084993" sldId="268"/>
        </pc:sldMkLst>
        <pc:spChg chg="mod">
          <ac:chgData name="Nareed Hashem" userId="b94ed9c5-3008-429e-9c6a-c439b5985c30" providerId="ADAL" clId="{A86917AC-3974-4960-9BAF-D5671B2829D1}" dt="2023-03-25T14:10:03.358" v="1892" actId="26606"/>
          <ac:spMkLst>
            <pc:docMk/>
            <pc:sldMk cId="1457084993" sldId="268"/>
            <ac:spMk id="2" creationId="{F37F06E0-518D-459B-853B-A95D42087BCB}"/>
          </ac:spMkLst>
        </pc:spChg>
        <pc:spChg chg="mod">
          <ac:chgData name="Nareed Hashem" userId="b94ed9c5-3008-429e-9c6a-c439b5985c30" providerId="ADAL" clId="{A86917AC-3974-4960-9BAF-D5671B2829D1}" dt="2023-03-25T14:10:48.316" v="1905" actId="255"/>
          <ac:spMkLst>
            <pc:docMk/>
            <pc:sldMk cId="1457084993" sldId="268"/>
            <ac:spMk id="3" creationId="{717DDF62-42DE-1B69-4328-BF0A13434390}"/>
          </ac:spMkLst>
        </pc:spChg>
        <pc:spChg chg="del">
          <ac:chgData name="Nareed Hashem" userId="b94ed9c5-3008-429e-9c6a-c439b5985c30" providerId="ADAL" clId="{A86917AC-3974-4960-9BAF-D5671B2829D1}" dt="2023-03-25T14:10:03.358" v="1892" actId="26606"/>
          <ac:spMkLst>
            <pc:docMk/>
            <pc:sldMk cId="1457084993" sldId="268"/>
            <ac:spMk id="8" creationId="{C33976D1-3430-450C-A978-87A9A6E8E71F}"/>
          </ac:spMkLst>
        </pc:spChg>
        <pc:spChg chg="del">
          <ac:chgData name="Nareed Hashem" userId="b94ed9c5-3008-429e-9c6a-c439b5985c30" providerId="ADAL" clId="{A86917AC-3974-4960-9BAF-D5671B2829D1}" dt="2023-03-25T14:10:03.358" v="1892" actId="26606"/>
          <ac:spMkLst>
            <pc:docMk/>
            <pc:sldMk cId="1457084993" sldId="268"/>
            <ac:spMk id="10" creationId="{7D6AAC78-7D86-415A-ADC1-2B474807960C}"/>
          </ac:spMkLst>
        </pc:spChg>
        <pc:spChg chg="del">
          <ac:chgData name="Nareed Hashem" userId="b94ed9c5-3008-429e-9c6a-c439b5985c30" providerId="ADAL" clId="{A86917AC-3974-4960-9BAF-D5671B2829D1}" dt="2023-03-25T14:10:03.358" v="1892" actId="26606"/>
          <ac:spMkLst>
            <pc:docMk/>
            <pc:sldMk cId="1457084993" sldId="268"/>
            <ac:spMk id="12" creationId="{F2A658D9-F185-44F1-BA33-D50320D1D078}"/>
          </ac:spMkLst>
        </pc:spChg>
        <pc:spChg chg="add">
          <ac:chgData name="Nareed Hashem" userId="b94ed9c5-3008-429e-9c6a-c439b5985c30" providerId="ADAL" clId="{A86917AC-3974-4960-9BAF-D5671B2829D1}" dt="2023-03-25T14:10:03.358" v="1892" actId="26606"/>
          <ac:spMkLst>
            <pc:docMk/>
            <pc:sldMk cId="1457084993" sldId="268"/>
            <ac:spMk id="17" creationId="{2AEFFFF2-9EB4-4B6C-B9F8-2BA3EF89A21C}"/>
          </ac:spMkLst>
        </pc:spChg>
        <pc:spChg chg="add">
          <ac:chgData name="Nareed Hashem" userId="b94ed9c5-3008-429e-9c6a-c439b5985c30" providerId="ADAL" clId="{A86917AC-3974-4960-9BAF-D5671B2829D1}" dt="2023-03-25T14:10:03.358" v="1892" actId="26606"/>
          <ac:spMkLst>
            <pc:docMk/>
            <pc:sldMk cId="1457084993" sldId="268"/>
            <ac:spMk id="19" creationId="{0D65299F-028F-4AFC-B46A-8DB33E20FE4A}"/>
          </ac:spMkLst>
        </pc:spChg>
        <pc:spChg chg="add">
          <ac:chgData name="Nareed Hashem" userId="b94ed9c5-3008-429e-9c6a-c439b5985c30" providerId="ADAL" clId="{A86917AC-3974-4960-9BAF-D5671B2829D1}" dt="2023-03-25T14:10:03.358" v="1892" actId="26606"/>
          <ac:spMkLst>
            <pc:docMk/>
            <pc:sldMk cId="1457084993" sldId="268"/>
            <ac:spMk id="21" creationId="{BAC87F6E-526A-49B5-995D-42DB656594C9}"/>
          </ac:spMkLst>
        </pc:spChg>
      </pc:sldChg>
      <pc:sldChg chg="del">
        <pc:chgData name="Nareed Hashem" userId="b94ed9c5-3008-429e-9c6a-c439b5985c30" providerId="ADAL" clId="{A86917AC-3974-4960-9BAF-D5671B2829D1}" dt="2023-03-24T23:02:34.590" v="25" actId="47"/>
        <pc:sldMkLst>
          <pc:docMk/>
          <pc:sldMk cId="3411376222" sldId="269"/>
        </pc:sldMkLst>
      </pc:sldChg>
      <pc:sldChg chg="del">
        <pc:chgData name="Nareed Hashem" userId="b94ed9c5-3008-429e-9c6a-c439b5985c30" providerId="ADAL" clId="{A86917AC-3974-4960-9BAF-D5671B2829D1}" dt="2023-03-25T10:54:19.108" v="140" actId="47"/>
        <pc:sldMkLst>
          <pc:docMk/>
          <pc:sldMk cId="1405366449" sldId="270"/>
        </pc:sldMkLst>
      </pc:sldChg>
      <pc:sldChg chg="del">
        <pc:chgData name="Nareed Hashem" userId="b94ed9c5-3008-429e-9c6a-c439b5985c30" providerId="ADAL" clId="{A86917AC-3974-4960-9BAF-D5671B2829D1}" dt="2023-03-24T23:02:41.477" v="29" actId="47"/>
        <pc:sldMkLst>
          <pc:docMk/>
          <pc:sldMk cId="2703630484" sldId="272"/>
        </pc:sldMkLst>
      </pc:sldChg>
      <pc:sldChg chg="del">
        <pc:chgData name="Nareed Hashem" userId="b94ed9c5-3008-429e-9c6a-c439b5985c30" providerId="ADAL" clId="{A86917AC-3974-4960-9BAF-D5671B2829D1}" dt="2023-03-24T23:02:42.164" v="30" actId="47"/>
        <pc:sldMkLst>
          <pc:docMk/>
          <pc:sldMk cId="3945645176" sldId="274"/>
        </pc:sldMkLst>
      </pc:sldChg>
      <pc:sldChg chg="del">
        <pc:chgData name="Nareed Hashem" userId="b94ed9c5-3008-429e-9c6a-c439b5985c30" providerId="ADAL" clId="{A86917AC-3974-4960-9BAF-D5671B2829D1}" dt="2023-03-24T23:02:42.588" v="31" actId="47"/>
        <pc:sldMkLst>
          <pc:docMk/>
          <pc:sldMk cId="1365154853" sldId="275"/>
        </pc:sldMkLst>
      </pc:sldChg>
      <pc:sldChg chg="del">
        <pc:chgData name="Nareed Hashem" userId="b94ed9c5-3008-429e-9c6a-c439b5985c30" providerId="ADAL" clId="{A86917AC-3974-4960-9BAF-D5671B2829D1}" dt="2023-03-24T23:02:43.078" v="32" actId="47"/>
        <pc:sldMkLst>
          <pc:docMk/>
          <pc:sldMk cId="3529792026" sldId="276"/>
        </pc:sldMkLst>
      </pc:sldChg>
      <pc:sldChg chg="del">
        <pc:chgData name="Nareed Hashem" userId="b94ed9c5-3008-429e-9c6a-c439b5985c30" providerId="ADAL" clId="{A86917AC-3974-4960-9BAF-D5671B2829D1}" dt="2023-03-24T23:02:38.858" v="26" actId="47"/>
        <pc:sldMkLst>
          <pc:docMk/>
          <pc:sldMk cId="2782006922" sldId="277"/>
        </pc:sldMkLst>
      </pc:sldChg>
      <pc:sldChg chg="del">
        <pc:chgData name="Nareed Hashem" userId="b94ed9c5-3008-429e-9c6a-c439b5985c30" providerId="ADAL" clId="{A86917AC-3974-4960-9BAF-D5671B2829D1}" dt="2023-03-24T23:02:39.483" v="27" actId="47"/>
        <pc:sldMkLst>
          <pc:docMk/>
          <pc:sldMk cId="1612288256" sldId="278"/>
        </pc:sldMkLst>
      </pc:sldChg>
      <pc:sldChg chg="del">
        <pc:chgData name="Nareed Hashem" userId="b94ed9c5-3008-429e-9c6a-c439b5985c30" providerId="ADAL" clId="{A86917AC-3974-4960-9BAF-D5671B2829D1}" dt="2023-03-24T23:02:40.926" v="28" actId="47"/>
        <pc:sldMkLst>
          <pc:docMk/>
          <pc:sldMk cId="495794636" sldId="279"/>
        </pc:sldMkLst>
      </pc:sldChg>
      <pc:sldChg chg="del">
        <pc:chgData name="Nareed Hashem" userId="b94ed9c5-3008-429e-9c6a-c439b5985c30" providerId="ADAL" clId="{A86917AC-3974-4960-9BAF-D5671B2829D1}" dt="2023-03-24T23:02:44.112" v="33" actId="47"/>
        <pc:sldMkLst>
          <pc:docMk/>
          <pc:sldMk cId="2022976011" sldId="280"/>
        </pc:sldMkLst>
      </pc:sldChg>
      <pc:sldChg chg="addSp delSp modSp del mod ord">
        <pc:chgData name="Nareed Hashem" userId="b94ed9c5-3008-429e-9c6a-c439b5985c30" providerId="ADAL" clId="{A86917AC-3974-4960-9BAF-D5671B2829D1}" dt="2023-03-25T13:39:41.522" v="1326" actId="47"/>
        <pc:sldMkLst>
          <pc:docMk/>
          <pc:sldMk cId="3159617142" sldId="281"/>
        </pc:sldMkLst>
        <pc:spChg chg="mod">
          <ac:chgData name="Nareed Hashem" userId="b94ed9c5-3008-429e-9c6a-c439b5985c30" providerId="ADAL" clId="{A86917AC-3974-4960-9BAF-D5671B2829D1}" dt="2023-03-25T10:54:42.018" v="142"/>
          <ac:spMkLst>
            <pc:docMk/>
            <pc:sldMk cId="3159617142" sldId="281"/>
            <ac:spMk id="2" creationId="{A116DC52-E5A5-7A97-11E1-8DB869F69039}"/>
          </ac:spMkLst>
        </pc:spChg>
        <pc:spChg chg="mod">
          <ac:chgData name="Nareed Hashem" userId="b94ed9c5-3008-429e-9c6a-c439b5985c30" providerId="ADAL" clId="{A86917AC-3974-4960-9BAF-D5671B2829D1}" dt="2023-03-25T13:38:35.359" v="1296" actId="21"/>
          <ac:spMkLst>
            <pc:docMk/>
            <pc:sldMk cId="3159617142" sldId="281"/>
            <ac:spMk id="3" creationId="{D7A24B1F-E9A6-2B47-85A5-D1761151E8B9}"/>
          </ac:spMkLst>
        </pc:spChg>
        <pc:spChg chg="add del mod">
          <ac:chgData name="Nareed Hashem" userId="b94ed9c5-3008-429e-9c6a-c439b5985c30" providerId="ADAL" clId="{A86917AC-3974-4960-9BAF-D5671B2829D1}" dt="2023-03-25T10:54:42.018" v="142"/>
          <ac:spMkLst>
            <pc:docMk/>
            <pc:sldMk cId="3159617142" sldId="281"/>
            <ac:spMk id="4" creationId="{F74F725F-3620-BE59-5B9C-BE2F77519259}"/>
          </ac:spMkLst>
        </pc:spChg>
        <pc:spChg chg="add del mod">
          <ac:chgData name="Nareed Hashem" userId="b94ed9c5-3008-429e-9c6a-c439b5985c30" providerId="ADAL" clId="{A86917AC-3974-4960-9BAF-D5671B2829D1}" dt="2023-03-25T10:54:42.018" v="142"/>
          <ac:spMkLst>
            <pc:docMk/>
            <pc:sldMk cId="3159617142" sldId="281"/>
            <ac:spMk id="5" creationId="{7FD89F4C-CC1A-BDEB-CC1C-77CC55F4E9D6}"/>
          </ac:spMkLst>
        </pc:spChg>
      </pc:sldChg>
      <pc:sldChg chg="del">
        <pc:chgData name="Nareed Hashem" userId="b94ed9c5-3008-429e-9c6a-c439b5985c30" providerId="ADAL" clId="{A86917AC-3974-4960-9BAF-D5671B2829D1}" dt="2023-03-25T10:54:19.628" v="141" actId="47"/>
        <pc:sldMkLst>
          <pc:docMk/>
          <pc:sldMk cId="2342401634" sldId="282"/>
        </pc:sldMkLst>
      </pc:sldChg>
      <pc:sldChg chg="modSp del mod">
        <pc:chgData name="Nareed Hashem" userId="b94ed9c5-3008-429e-9c6a-c439b5985c30" providerId="ADAL" clId="{A86917AC-3974-4960-9BAF-D5671B2829D1}" dt="2023-03-25T11:08:49.226" v="240" actId="47"/>
        <pc:sldMkLst>
          <pc:docMk/>
          <pc:sldMk cId="616072509" sldId="283"/>
        </pc:sldMkLst>
        <pc:picChg chg="mod">
          <ac:chgData name="Nareed Hashem" userId="b94ed9c5-3008-429e-9c6a-c439b5985c30" providerId="ADAL" clId="{A86917AC-3974-4960-9BAF-D5671B2829D1}" dt="2023-03-25T10:54:50.830" v="144" actId="1076"/>
          <ac:picMkLst>
            <pc:docMk/>
            <pc:sldMk cId="616072509" sldId="283"/>
            <ac:picMk id="7" creationId="{973DCD68-A528-ACAE-2A94-F9C05AFB17D7}"/>
          </ac:picMkLst>
        </pc:picChg>
      </pc:sldChg>
      <pc:sldChg chg="modSp del">
        <pc:chgData name="Nareed Hashem" userId="b94ed9c5-3008-429e-9c6a-c439b5985c30" providerId="ADAL" clId="{A86917AC-3974-4960-9BAF-D5671B2829D1}" dt="2023-03-25T11:08:48.218" v="239" actId="47"/>
        <pc:sldMkLst>
          <pc:docMk/>
          <pc:sldMk cId="3073732827" sldId="284"/>
        </pc:sldMkLst>
        <pc:graphicFrameChg chg="mod">
          <ac:chgData name="Nareed Hashem" userId="b94ed9c5-3008-429e-9c6a-c439b5985c30" providerId="ADAL" clId="{A86917AC-3974-4960-9BAF-D5671B2829D1}" dt="2023-03-25T11:01:03.442" v="159"/>
          <ac:graphicFrameMkLst>
            <pc:docMk/>
            <pc:sldMk cId="3073732827" sldId="284"/>
            <ac:graphicFrameMk id="5" creationId="{D3F7FB18-1A9C-F4FC-1BCA-090710006B86}"/>
          </ac:graphicFrameMkLst>
        </pc:graphicFrameChg>
      </pc:sldChg>
      <pc:sldChg chg="del">
        <pc:chgData name="Nareed Hashem" userId="b94ed9c5-3008-429e-9c6a-c439b5985c30" providerId="ADAL" clId="{A86917AC-3974-4960-9BAF-D5671B2829D1}" dt="2023-03-25T11:08:47.442" v="238" actId="47"/>
        <pc:sldMkLst>
          <pc:docMk/>
          <pc:sldMk cId="932879783" sldId="285"/>
        </pc:sldMkLst>
      </pc:sldChg>
      <pc:sldChg chg="addSp delSp modSp new mod setBg modClrScheme chgLayout">
        <pc:chgData name="Nareed Hashem" userId="b94ed9c5-3008-429e-9c6a-c439b5985c30" providerId="ADAL" clId="{A86917AC-3974-4960-9BAF-D5671B2829D1}" dt="2023-03-25T14:09:31.636" v="1888" actId="26606"/>
        <pc:sldMkLst>
          <pc:docMk/>
          <pc:sldMk cId="3582967197" sldId="286"/>
        </pc:sldMkLst>
        <pc:spChg chg="mod ord">
          <ac:chgData name="Nareed Hashem" userId="b94ed9c5-3008-429e-9c6a-c439b5985c30" providerId="ADAL" clId="{A86917AC-3974-4960-9BAF-D5671B2829D1}" dt="2023-03-25T14:09:31.636" v="1888" actId="26606"/>
          <ac:spMkLst>
            <pc:docMk/>
            <pc:sldMk cId="3582967197" sldId="286"/>
            <ac:spMk id="2" creationId="{5D3BEAFD-9AC6-708A-AA04-5355C87DDBD8}"/>
          </ac:spMkLst>
        </pc:spChg>
        <pc:spChg chg="mod ord">
          <ac:chgData name="Nareed Hashem" userId="b94ed9c5-3008-429e-9c6a-c439b5985c30" providerId="ADAL" clId="{A86917AC-3974-4960-9BAF-D5671B2829D1}" dt="2023-03-25T14:09:31.636" v="1888" actId="26606"/>
          <ac:spMkLst>
            <pc:docMk/>
            <pc:sldMk cId="3582967197" sldId="286"/>
            <ac:spMk id="3" creationId="{C4D2219B-B3B8-5A1F-5B03-CAE8C2E1A803}"/>
          </ac:spMkLst>
        </pc:spChg>
        <pc:spChg chg="add del">
          <ac:chgData name="Nareed Hashem" userId="b94ed9c5-3008-429e-9c6a-c439b5985c30" providerId="ADAL" clId="{A86917AC-3974-4960-9BAF-D5671B2829D1}" dt="2023-03-25T11:01:40.948" v="164"/>
          <ac:spMkLst>
            <pc:docMk/>
            <pc:sldMk cId="3582967197" sldId="286"/>
            <ac:spMk id="4" creationId="{F2CEF221-5936-C1FB-6EBF-EDE12954202E}"/>
          </ac:spMkLst>
        </pc:spChg>
        <pc:spChg chg="add del mod">
          <ac:chgData name="Nareed Hashem" userId="b94ed9c5-3008-429e-9c6a-c439b5985c30" providerId="ADAL" clId="{A86917AC-3974-4960-9BAF-D5671B2829D1}" dt="2023-03-25T12:00:13.335" v="525" actId="478"/>
          <ac:spMkLst>
            <pc:docMk/>
            <pc:sldMk cId="3582967197" sldId="286"/>
            <ac:spMk id="6" creationId="{9D6CF7A4-6E2D-F590-6B65-51F0D2BB62B0}"/>
          </ac:spMkLst>
        </pc:spChg>
        <pc:spChg chg="add del">
          <ac:chgData name="Nareed Hashem" userId="b94ed9c5-3008-429e-9c6a-c439b5985c30" providerId="ADAL" clId="{A86917AC-3974-4960-9BAF-D5671B2829D1}" dt="2023-03-25T11:05:38.663" v="208" actId="22"/>
          <ac:spMkLst>
            <pc:docMk/>
            <pc:sldMk cId="3582967197" sldId="286"/>
            <ac:spMk id="8" creationId="{4686C09C-96EE-5BD6-2C8E-F5B7DC3A3D9E}"/>
          </ac:spMkLst>
        </pc:spChg>
        <pc:spChg chg="add mod ord">
          <ac:chgData name="Nareed Hashem" userId="b94ed9c5-3008-429e-9c6a-c439b5985c30" providerId="ADAL" clId="{A86917AC-3974-4960-9BAF-D5671B2829D1}" dt="2023-03-25T14:09:31.636" v="1888" actId="26606"/>
          <ac:spMkLst>
            <pc:docMk/>
            <pc:sldMk cId="3582967197" sldId="286"/>
            <ac:spMk id="9" creationId="{257A08F3-0B9D-41A6-25FF-10E3F078A24A}"/>
          </ac:spMkLst>
        </pc:spChg>
        <pc:spChg chg="add del">
          <ac:chgData name="Nareed Hashem" userId="b94ed9c5-3008-429e-9c6a-c439b5985c30" providerId="ADAL" clId="{A86917AC-3974-4960-9BAF-D5671B2829D1}" dt="2023-03-25T14:09:29.106" v="1884" actId="26606"/>
          <ac:spMkLst>
            <pc:docMk/>
            <pc:sldMk cId="3582967197" sldId="286"/>
            <ac:spMk id="11" creationId="{21292A5D-73B8-4675-8E32-725F825879B5}"/>
          </ac:spMkLst>
        </pc:spChg>
        <pc:spChg chg="add del">
          <ac:chgData name="Nareed Hashem" userId="b94ed9c5-3008-429e-9c6a-c439b5985c30" providerId="ADAL" clId="{A86917AC-3974-4960-9BAF-D5671B2829D1}" dt="2023-03-25T14:09:29.106" v="1884" actId="26606"/>
          <ac:spMkLst>
            <pc:docMk/>
            <pc:sldMk cId="3582967197" sldId="286"/>
            <ac:spMk id="12" creationId="{91090741-A59B-469D-B35F-12BB7714BD5F}"/>
          </ac:spMkLst>
        </pc:spChg>
        <pc:spChg chg="add del">
          <ac:chgData name="Nareed Hashem" userId="b94ed9c5-3008-429e-9c6a-c439b5985c30" providerId="ADAL" clId="{A86917AC-3974-4960-9BAF-D5671B2829D1}" dt="2023-03-25T14:09:29.106" v="1884" actId="26606"/>
          <ac:spMkLst>
            <pc:docMk/>
            <pc:sldMk cId="3582967197" sldId="286"/>
            <ac:spMk id="13" creationId="{7AFBDFBD-17E3-463E-9655-159AA80F0AFA}"/>
          </ac:spMkLst>
        </pc:spChg>
        <pc:spChg chg="add del">
          <ac:chgData name="Nareed Hashem" userId="b94ed9c5-3008-429e-9c6a-c439b5985c30" providerId="ADAL" clId="{A86917AC-3974-4960-9BAF-D5671B2829D1}" dt="2023-03-25T14:09:26.079" v="1880" actId="26606"/>
          <ac:spMkLst>
            <pc:docMk/>
            <pc:sldMk cId="3582967197" sldId="286"/>
            <ac:spMk id="14" creationId="{25F64367-9171-455F-9283-AC21BC55AE65}"/>
          </ac:spMkLst>
        </pc:spChg>
        <pc:spChg chg="add del">
          <ac:chgData name="Nareed Hashem" userId="b94ed9c5-3008-429e-9c6a-c439b5985c30" providerId="ADAL" clId="{A86917AC-3974-4960-9BAF-D5671B2829D1}" dt="2023-03-25T14:09:30.969" v="1886" actId="26606"/>
          <ac:spMkLst>
            <pc:docMk/>
            <pc:sldMk cId="3582967197" sldId="286"/>
            <ac:spMk id="15" creationId="{5656E013-C5D1-40E8-A11B-562F6A03EC1B}"/>
          </ac:spMkLst>
        </pc:spChg>
        <pc:spChg chg="add del">
          <ac:chgData name="Nareed Hashem" userId="b94ed9c5-3008-429e-9c6a-c439b5985c30" providerId="ADAL" clId="{A86917AC-3974-4960-9BAF-D5671B2829D1}" dt="2023-03-25T14:09:26.079" v="1880" actId="26606"/>
          <ac:spMkLst>
            <pc:docMk/>
            <pc:sldMk cId="3582967197" sldId="286"/>
            <ac:spMk id="16" creationId="{EC603A95-5798-4F9F-80E4-CF53F302AA42}"/>
          </ac:spMkLst>
        </pc:spChg>
        <pc:spChg chg="add del">
          <ac:chgData name="Nareed Hashem" userId="b94ed9c5-3008-429e-9c6a-c439b5985c30" providerId="ADAL" clId="{A86917AC-3974-4960-9BAF-D5671B2829D1}" dt="2023-03-25T14:09:30.969" v="1886" actId="26606"/>
          <ac:spMkLst>
            <pc:docMk/>
            <pc:sldMk cId="3582967197" sldId="286"/>
            <ac:spMk id="17" creationId="{402D63F4-B0E1-4039-90FD-768B7B23BC10}"/>
          </ac:spMkLst>
        </pc:spChg>
        <pc:spChg chg="add del">
          <ac:chgData name="Nareed Hashem" userId="b94ed9c5-3008-429e-9c6a-c439b5985c30" providerId="ADAL" clId="{A86917AC-3974-4960-9BAF-D5671B2829D1}" dt="2023-03-25T14:09:26.079" v="1880" actId="26606"/>
          <ac:spMkLst>
            <pc:docMk/>
            <pc:sldMk cId="3582967197" sldId="286"/>
            <ac:spMk id="18" creationId="{884F012D-6CD6-46AF-A834-6B0CA93008D6}"/>
          </ac:spMkLst>
        </pc:spChg>
        <pc:spChg chg="add del">
          <ac:chgData name="Nareed Hashem" userId="b94ed9c5-3008-429e-9c6a-c439b5985c30" providerId="ADAL" clId="{A86917AC-3974-4960-9BAF-D5671B2829D1}" dt="2023-03-25T14:09:30.969" v="1886" actId="26606"/>
          <ac:spMkLst>
            <pc:docMk/>
            <pc:sldMk cId="3582967197" sldId="286"/>
            <ac:spMk id="19" creationId="{4F6B2ECC-5166-473E-8533-737B9B819447}"/>
          </ac:spMkLst>
        </pc:spChg>
        <pc:spChg chg="add del">
          <ac:chgData name="Nareed Hashem" userId="b94ed9c5-3008-429e-9c6a-c439b5985c30" providerId="ADAL" clId="{A86917AC-3974-4960-9BAF-D5671B2829D1}" dt="2023-03-25T14:09:31.636" v="1888" actId="26606"/>
          <ac:spMkLst>
            <pc:docMk/>
            <pc:sldMk cId="3582967197" sldId="286"/>
            <ac:spMk id="21" creationId="{93F0ADB5-A0B4-4B01-A8C4-FDC34CE22BD4}"/>
          </ac:spMkLst>
        </pc:spChg>
        <pc:spChg chg="add del">
          <ac:chgData name="Nareed Hashem" userId="b94ed9c5-3008-429e-9c6a-c439b5985c30" providerId="ADAL" clId="{A86917AC-3974-4960-9BAF-D5671B2829D1}" dt="2023-03-25T14:09:31.636" v="1888" actId="26606"/>
          <ac:spMkLst>
            <pc:docMk/>
            <pc:sldMk cId="3582967197" sldId="286"/>
            <ac:spMk id="22" creationId="{AA6D0FDE-0241-4C21-A720-A69475358235}"/>
          </ac:spMkLst>
        </pc:spChg>
      </pc:sldChg>
      <pc:sldChg chg="delSp modSp add del mod">
        <pc:chgData name="Nareed Hashem" userId="b94ed9c5-3008-429e-9c6a-c439b5985c30" providerId="ADAL" clId="{A86917AC-3974-4960-9BAF-D5671B2829D1}" dt="2023-03-25T11:59:04.660" v="502" actId="47"/>
        <pc:sldMkLst>
          <pc:docMk/>
          <pc:sldMk cId="2120503127" sldId="287"/>
        </pc:sldMkLst>
        <pc:spChg chg="mod">
          <ac:chgData name="Nareed Hashem" userId="b94ed9c5-3008-429e-9c6a-c439b5985c30" providerId="ADAL" clId="{A86917AC-3974-4960-9BAF-D5671B2829D1}" dt="2023-03-25T11:59:01.693" v="501" actId="20577"/>
          <ac:spMkLst>
            <pc:docMk/>
            <pc:sldMk cId="2120503127" sldId="287"/>
            <ac:spMk id="2" creationId="{5D3BEAFD-9AC6-708A-AA04-5355C87DDBD8}"/>
          </ac:spMkLst>
        </pc:spChg>
        <pc:spChg chg="mod">
          <ac:chgData name="Nareed Hashem" userId="b94ed9c5-3008-429e-9c6a-c439b5985c30" providerId="ADAL" clId="{A86917AC-3974-4960-9BAF-D5671B2829D1}" dt="2023-03-25T11:28:46.285" v="333" actId="21"/>
          <ac:spMkLst>
            <pc:docMk/>
            <pc:sldMk cId="2120503127" sldId="287"/>
            <ac:spMk id="3" creationId="{C4D2219B-B3B8-5A1F-5B03-CAE8C2E1A803}"/>
          </ac:spMkLst>
        </pc:spChg>
        <pc:spChg chg="del">
          <ac:chgData name="Nareed Hashem" userId="b94ed9c5-3008-429e-9c6a-c439b5985c30" providerId="ADAL" clId="{A86917AC-3974-4960-9BAF-D5671B2829D1}" dt="2023-03-25T11:05:47.913" v="213" actId="478"/>
          <ac:spMkLst>
            <pc:docMk/>
            <pc:sldMk cId="2120503127" sldId="287"/>
            <ac:spMk id="6" creationId="{9D6CF7A4-6E2D-F590-6B65-51F0D2BB62B0}"/>
          </ac:spMkLst>
        </pc:spChg>
      </pc:sldChg>
      <pc:sldChg chg="addSp delSp modSp add mod ord setBg">
        <pc:chgData name="Nareed Hashem" userId="b94ed9c5-3008-429e-9c6a-c439b5985c30" providerId="ADAL" clId="{A86917AC-3974-4960-9BAF-D5671B2829D1}" dt="2023-03-25T14:12:32.855" v="1945" actId="26606"/>
        <pc:sldMkLst>
          <pc:docMk/>
          <pc:sldMk cId="1688286166" sldId="288"/>
        </pc:sldMkLst>
        <pc:spChg chg="mod">
          <ac:chgData name="Nareed Hashem" userId="b94ed9c5-3008-429e-9c6a-c439b5985c30" providerId="ADAL" clId="{A86917AC-3974-4960-9BAF-D5671B2829D1}" dt="2023-03-25T14:12:32.855" v="1945" actId="26606"/>
          <ac:spMkLst>
            <pc:docMk/>
            <pc:sldMk cId="1688286166" sldId="288"/>
            <ac:spMk id="2" creationId="{5D3BEAFD-9AC6-708A-AA04-5355C87DDBD8}"/>
          </ac:spMkLst>
        </pc:spChg>
        <pc:spChg chg="mod">
          <ac:chgData name="Nareed Hashem" userId="b94ed9c5-3008-429e-9c6a-c439b5985c30" providerId="ADAL" clId="{A86917AC-3974-4960-9BAF-D5671B2829D1}" dt="2023-03-25T14:12:32.855" v="1945" actId="26606"/>
          <ac:spMkLst>
            <pc:docMk/>
            <pc:sldMk cId="1688286166" sldId="288"/>
            <ac:spMk id="3" creationId="{C4D2219B-B3B8-5A1F-5B03-CAE8C2E1A803}"/>
          </ac:spMkLst>
        </pc:spChg>
        <pc:spChg chg="add del mod">
          <ac:chgData name="Nareed Hashem" userId="b94ed9c5-3008-429e-9c6a-c439b5985c30" providerId="ADAL" clId="{A86917AC-3974-4960-9BAF-D5671B2829D1}" dt="2023-03-25T11:08:44.401" v="237" actId="478"/>
          <ac:spMkLst>
            <pc:docMk/>
            <pc:sldMk cId="1688286166" sldId="288"/>
            <ac:spMk id="5" creationId="{36E1212E-5381-A533-6EC1-2B463C884675}"/>
          </ac:spMkLst>
        </pc:spChg>
        <pc:spChg chg="add del">
          <ac:chgData name="Nareed Hashem" userId="b94ed9c5-3008-429e-9c6a-c439b5985c30" providerId="ADAL" clId="{A86917AC-3974-4960-9BAF-D5671B2829D1}" dt="2023-03-25T14:08:54.871" v="1873" actId="26606"/>
          <ac:spMkLst>
            <pc:docMk/>
            <pc:sldMk cId="1688286166" sldId="288"/>
            <ac:spMk id="15" creationId="{4E866FF9-A729-45F0-A163-10E89E871602}"/>
          </ac:spMkLst>
        </pc:spChg>
        <pc:spChg chg="add del">
          <ac:chgData name="Nareed Hashem" userId="b94ed9c5-3008-429e-9c6a-c439b5985c30" providerId="ADAL" clId="{A86917AC-3974-4960-9BAF-D5671B2829D1}" dt="2023-03-25T14:08:54.871" v="1873" actId="26606"/>
          <ac:spMkLst>
            <pc:docMk/>
            <pc:sldMk cId="1688286166" sldId="288"/>
            <ac:spMk id="17" creationId="{A804366F-2366-4688-98E7-B101C7BC6146}"/>
          </ac:spMkLst>
        </pc:spChg>
        <pc:spChg chg="add del">
          <ac:chgData name="Nareed Hashem" userId="b94ed9c5-3008-429e-9c6a-c439b5985c30" providerId="ADAL" clId="{A86917AC-3974-4960-9BAF-D5671B2829D1}" dt="2023-03-25T14:09:01.776" v="1878" actId="26606"/>
          <ac:spMkLst>
            <pc:docMk/>
            <pc:sldMk cId="1688286166" sldId="288"/>
            <ac:spMk id="19" creationId="{884F012D-6CD6-46AF-A834-6B0CA93008D6}"/>
          </ac:spMkLst>
        </pc:spChg>
        <pc:spChg chg="add del">
          <ac:chgData name="Nareed Hashem" userId="b94ed9c5-3008-429e-9c6a-c439b5985c30" providerId="ADAL" clId="{A86917AC-3974-4960-9BAF-D5671B2829D1}" dt="2023-03-25T14:09:01.776" v="1878" actId="26606"/>
          <ac:spMkLst>
            <pc:docMk/>
            <pc:sldMk cId="1688286166" sldId="288"/>
            <ac:spMk id="20" creationId="{25F64367-9171-455F-9283-AC21BC55AE65}"/>
          </ac:spMkLst>
        </pc:spChg>
        <pc:spChg chg="add del">
          <ac:chgData name="Nareed Hashem" userId="b94ed9c5-3008-429e-9c6a-c439b5985c30" providerId="ADAL" clId="{A86917AC-3974-4960-9BAF-D5671B2829D1}" dt="2023-03-25T14:09:01.776" v="1878" actId="26606"/>
          <ac:spMkLst>
            <pc:docMk/>
            <pc:sldMk cId="1688286166" sldId="288"/>
            <ac:spMk id="21" creationId="{EC603A95-5798-4F9F-80E4-CF53F302AA42}"/>
          </ac:spMkLst>
        </pc:spChg>
        <pc:graphicFrameChg chg="add del mod modGraphic">
          <ac:chgData name="Nareed Hashem" userId="b94ed9c5-3008-429e-9c6a-c439b5985c30" providerId="ADAL" clId="{A86917AC-3974-4960-9BAF-D5671B2829D1}" dt="2023-03-25T11:11:00.628" v="272" actId="478"/>
          <ac:graphicFrameMkLst>
            <pc:docMk/>
            <pc:sldMk cId="1688286166" sldId="288"/>
            <ac:graphicFrameMk id="4" creationId="{A2DBC767-A905-919D-F27F-C39954DDD81E}"/>
          </ac:graphicFrameMkLst>
        </pc:graphicFrameChg>
        <pc:graphicFrameChg chg="add mod modGraphic">
          <ac:chgData name="Nareed Hashem" userId="b94ed9c5-3008-429e-9c6a-c439b5985c30" providerId="ADAL" clId="{A86917AC-3974-4960-9BAF-D5671B2829D1}" dt="2023-03-25T14:12:32.855" v="1945" actId="26606"/>
          <ac:graphicFrameMkLst>
            <pc:docMk/>
            <pc:sldMk cId="1688286166" sldId="288"/>
            <ac:graphicFrameMk id="6" creationId="{7AD05BB3-BDDE-41F2-37D4-A89E3497B6A9}"/>
          </ac:graphicFrameMkLst>
        </pc:graphicFrameChg>
        <pc:picChg chg="add del mod">
          <ac:chgData name="Nareed Hashem" userId="b94ed9c5-3008-429e-9c6a-c439b5985c30" providerId="ADAL" clId="{A86917AC-3974-4960-9BAF-D5671B2829D1}" dt="2023-03-25T11:41:22.737" v="478" actId="478"/>
          <ac:picMkLst>
            <pc:docMk/>
            <pc:sldMk cId="1688286166" sldId="288"/>
            <ac:picMk id="8" creationId="{0596B337-3A37-12D8-DBF9-A4FE58414CA9}"/>
          </ac:picMkLst>
        </pc:picChg>
        <pc:picChg chg="add mod">
          <ac:chgData name="Nareed Hashem" userId="b94ed9c5-3008-429e-9c6a-c439b5985c30" providerId="ADAL" clId="{A86917AC-3974-4960-9BAF-D5671B2829D1}" dt="2023-03-25T14:12:32.855" v="1945" actId="26606"/>
          <ac:picMkLst>
            <pc:docMk/>
            <pc:sldMk cId="1688286166" sldId="288"/>
            <ac:picMk id="10" creationId="{75FBFA49-A54A-37DB-BE04-3E76D85A17D2}"/>
          </ac:picMkLst>
        </pc:picChg>
      </pc:sldChg>
      <pc:sldChg chg="addSp delSp modSp add mod setBg">
        <pc:chgData name="Nareed Hashem" userId="b94ed9c5-3008-429e-9c6a-c439b5985c30" providerId="ADAL" clId="{A86917AC-3974-4960-9BAF-D5671B2829D1}" dt="2023-03-25T14:12:31.776" v="1944" actId="26606"/>
        <pc:sldMkLst>
          <pc:docMk/>
          <pc:sldMk cId="3523357508" sldId="289"/>
        </pc:sldMkLst>
        <pc:spChg chg="mod">
          <ac:chgData name="Nareed Hashem" userId="b94ed9c5-3008-429e-9c6a-c439b5985c30" providerId="ADAL" clId="{A86917AC-3974-4960-9BAF-D5671B2829D1}" dt="2023-03-25T14:12:31.776" v="1944" actId="26606"/>
          <ac:spMkLst>
            <pc:docMk/>
            <pc:sldMk cId="3523357508" sldId="289"/>
            <ac:spMk id="2" creationId="{5D3BEAFD-9AC6-708A-AA04-5355C87DDBD8}"/>
          </ac:spMkLst>
        </pc:spChg>
        <pc:spChg chg="mod">
          <ac:chgData name="Nareed Hashem" userId="b94ed9c5-3008-429e-9c6a-c439b5985c30" providerId="ADAL" clId="{A86917AC-3974-4960-9BAF-D5671B2829D1}" dt="2023-03-25T14:12:31.776" v="1944" actId="26606"/>
          <ac:spMkLst>
            <pc:docMk/>
            <pc:sldMk cId="3523357508" sldId="289"/>
            <ac:spMk id="3" creationId="{C4D2219B-B3B8-5A1F-5B03-CAE8C2E1A803}"/>
          </ac:spMkLst>
        </pc:spChg>
        <pc:spChg chg="add del mod">
          <ac:chgData name="Nareed Hashem" userId="b94ed9c5-3008-429e-9c6a-c439b5985c30" providerId="ADAL" clId="{A86917AC-3974-4960-9BAF-D5671B2829D1}" dt="2023-03-25T11:32:55.594" v="435" actId="478"/>
          <ac:spMkLst>
            <pc:docMk/>
            <pc:sldMk cId="3523357508" sldId="289"/>
            <ac:spMk id="4" creationId="{6FFD40A3-40C8-FB92-5574-B75D89D1A92D}"/>
          </ac:spMkLst>
        </pc:spChg>
        <pc:graphicFrameChg chg="mod modGraphic">
          <ac:chgData name="Nareed Hashem" userId="b94ed9c5-3008-429e-9c6a-c439b5985c30" providerId="ADAL" clId="{A86917AC-3974-4960-9BAF-D5671B2829D1}" dt="2023-03-25T14:12:31.776" v="1944" actId="26606"/>
          <ac:graphicFrameMkLst>
            <pc:docMk/>
            <pc:sldMk cId="3523357508" sldId="289"/>
            <ac:graphicFrameMk id="6" creationId="{7AD05BB3-BDDE-41F2-37D4-A89E3497B6A9}"/>
          </ac:graphicFrameMkLst>
        </pc:graphicFrameChg>
        <pc:picChg chg="add del mod">
          <ac:chgData name="Nareed Hashem" userId="b94ed9c5-3008-429e-9c6a-c439b5985c30" providerId="ADAL" clId="{A86917AC-3974-4960-9BAF-D5671B2829D1}" dt="2023-03-25T11:39:33.523" v="472" actId="478"/>
          <ac:picMkLst>
            <pc:docMk/>
            <pc:sldMk cId="3523357508" sldId="289"/>
            <ac:picMk id="7" creationId="{623579E9-4C7F-D33F-B55D-725BFECA78DD}"/>
          </ac:picMkLst>
        </pc:picChg>
        <pc:picChg chg="del">
          <ac:chgData name="Nareed Hashem" userId="b94ed9c5-3008-429e-9c6a-c439b5985c30" providerId="ADAL" clId="{A86917AC-3974-4960-9BAF-D5671B2829D1}" dt="2023-03-25T11:32:41.972" v="434" actId="478"/>
          <ac:picMkLst>
            <pc:docMk/>
            <pc:sldMk cId="3523357508" sldId="289"/>
            <ac:picMk id="8" creationId="{0596B337-3A37-12D8-DBF9-A4FE58414CA9}"/>
          </ac:picMkLst>
        </pc:picChg>
        <pc:picChg chg="add mod">
          <ac:chgData name="Nareed Hashem" userId="b94ed9c5-3008-429e-9c6a-c439b5985c30" providerId="ADAL" clId="{A86917AC-3974-4960-9BAF-D5671B2829D1}" dt="2023-03-25T14:12:31.776" v="1944" actId="26606"/>
          <ac:picMkLst>
            <pc:docMk/>
            <pc:sldMk cId="3523357508" sldId="289"/>
            <ac:picMk id="10" creationId="{9B520B76-8DB5-5D6F-A1B0-E858983D63AA}"/>
          </ac:picMkLst>
        </pc:picChg>
      </pc:sldChg>
      <pc:sldChg chg="addSp delSp modSp add mod setBg">
        <pc:chgData name="Nareed Hashem" userId="b94ed9c5-3008-429e-9c6a-c439b5985c30" providerId="ADAL" clId="{A86917AC-3974-4960-9BAF-D5671B2829D1}" dt="2023-03-25T14:12:30.815" v="1943" actId="26606"/>
        <pc:sldMkLst>
          <pc:docMk/>
          <pc:sldMk cId="3626796532" sldId="290"/>
        </pc:sldMkLst>
        <pc:spChg chg="mod">
          <ac:chgData name="Nareed Hashem" userId="b94ed9c5-3008-429e-9c6a-c439b5985c30" providerId="ADAL" clId="{A86917AC-3974-4960-9BAF-D5671B2829D1}" dt="2023-03-25T14:12:30.815" v="1943" actId="26606"/>
          <ac:spMkLst>
            <pc:docMk/>
            <pc:sldMk cId="3626796532" sldId="290"/>
            <ac:spMk id="2" creationId="{5D3BEAFD-9AC6-708A-AA04-5355C87DDBD8}"/>
          </ac:spMkLst>
        </pc:spChg>
        <pc:spChg chg="mod">
          <ac:chgData name="Nareed Hashem" userId="b94ed9c5-3008-429e-9c6a-c439b5985c30" providerId="ADAL" clId="{A86917AC-3974-4960-9BAF-D5671B2829D1}" dt="2023-03-25T14:12:30.815" v="1943" actId="26606"/>
          <ac:spMkLst>
            <pc:docMk/>
            <pc:sldMk cId="3626796532" sldId="290"/>
            <ac:spMk id="3" creationId="{C4D2219B-B3B8-5A1F-5B03-CAE8C2E1A803}"/>
          </ac:spMkLst>
        </pc:spChg>
        <pc:graphicFrameChg chg="mod modGraphic">
          <ac:chgData name="Nareed Hashem" userId="b94ed9c5-3008-429e-9c6a-c439b5985c30" providerId="ADAL" clId="{A86917AC-3974-4960-9BAF-D5671B2829D1}" dt="2023-03-25T14:12:30.815" v="1943" actId="26606"/>
          <ac:graphicFrameMkLst>
            <pc:docMk/>
            <pc:sldMk cId="3626796532" sldId="290"/>
            <ac:graphicFrameMk id="6" creationId="{7AD05BB3-BDDE-41F2-37D4-A89E3497B6A9}"/>
          </ac:graphicFrameMkLst>
        </pc:graphicFrameChg>
        <pc:picChg chg="add mod">
          <ac:chgData name="Nareed Hashem" userId="b94ed9c5-3008-429e-9c6a-c439b5985c30" providerId="ADAL" clId="{A86917AC-3974-4960-9BAF-D5671B2829D1}" dt="2023-03-25T14:12:30.815" v="1943" actId="26606"/>
          <ac:picMkLst>
            <pc:docMk/>
            <pc:sldMk cId="3626796532" sldId="290"/>
            <ac:picMk id="5" creationId="{A8609729-32BC-E59B-A6A9-3BBFA0B2B03E}"/>
          </ac:picMkLst>
        </pc:picChg>
        <pc:picChg chg="del">
          <ac:chgData name="Nareed Hashem" userId="b94ed9c5-3008-429e-9c6a-c439b5985c30" providerId="ADAL" clId="{A86917AC-3974-4960-9BAF-D5671B2829D1}" dt="2023-03-25T12:23:21.057" v="575" actId="478"/>
          <ac:picMkLst>
            <pc:docMk/>
            <pc:sldMk cId="3626796532" sldId="290"/>
            <ac:picMk id="10" creationId="{9B520B76-8DB5-5D6F-A1B0-E858983D63AA}"/>
          </ac:picMkLst>
        </pc:picChg>
      </pc:sldChg>
      <pc:sldChg chg="addSp delSp modSp add mod">
        <pc:chgData name="Nareed Hashem" userId="b94ed9c5-3008-429e-9c6a-c439b5985c30" providerId="ADAL" clId="{A86917AC-3974-4960-9BAF-D5671B2829D1}" dt="2023-03-25T14:12:29.524" v="1942" actId="21"/>
        <pc:sldMkLst>
          <pc:docMk/>
          <pc:sldMk cId="1253026470" sldId="291"/>
        </pc:sldMkLst>
        <pc:spChg chg="del">
          <ac:chgData name="Nareed Hashem" userId="b94ed9c5-3008-429e-9c6a-c439b5985c30" providerId="ADAL" clId="{A86917AC-3974-4960-9BAF-D5671B2829D1}" dt="2023-03-25T12:29:48.933" v="768" actId="478"/>
          <ac:spMkLst>
            <pc:docMk/>
            <pc:sldMk cId="1253026470" sldId="291"/>
            <ac:spMk id="3" creationId="{C4D2219B-B3B8-5A1F-5B03-CAE8C2E1A803}"/>
          </ac:spMkLst>
        </pc:spChg>
        <pc:spChg chg="add del mod">
          <ac:chgData name="Nareed Hashem" userId="b94ed9c5-3008-429e-9c6a-c439b5985c30" providerId="ADAL" clId="{A86917AC-3974-4960-9BAF-D5671B2829D1}" dt="2023-03-25T12:29:50.999" v="769" actId="478"/>
          <ac:spMkLst>
            <pc:docMk/>
            <pc:sldMk cId="1253026470" sldId="291"/>
            <ac:spMk id="7" creationId="{C2867FB3-3228-F459-A32D-07AA9D39A238}"/>
          </ac:spMkLst>
        </pc:spChg>
        <pc:spChg chg="add mod">
          <ac:chgData name="Nareed Hashem" userId="b94ed9c5-3008-429e-9c6a-c439b5985c30" providerId="ADAL" clId="{A86917AC-3974-4960-9BAF-D5671B2829D1}" dt="2023-03-25T14:12:27.938" v="1939" actId="14100"/>
          <ac:spMkLst>
            <pc:docMk/>
            <pc:sldMk cId="1253026470" sldId="291"/>
            <ac:spMk id="10" creationId="{1CAF07A0-180F-E59F-7D9F-5C2227FBA1EB}"/>
          </ac:spMkLst>
        </pc:spChg>
        <pc:graphicFrameChg chg="add del mod modGraphic">
          <ac:chgData name="Nareed Hashem" userId="b94ed9c5-3008-429e-9c6a-c439b5985c30" providerId="ADAL" clId="{A86917AC-3974-4960-9BAF-D5671B2829D1}" dt="2023-03-25T14:12:28.371" v="1940" actId="21"/>
          <ac:graphicFrameMkLst>
            <pc:docMk/>
            <pc:sldMk cId="1253026470" sldId="291"/>
            <ac:graphicFrameMk id="6" creationId="{7AD05BB3-BDDE-41F2-37D4-A89E3497B6A9}"/>
          </ac:graphicFrameMkLst>
        </pc:graphicFrameChg>
        <pc:graphicFrameChg chg="add del mod">
          <ac:chgData name="Nareed Hashem" userId="b94ed9c5-3008-429e-9c6a-c439b5985c30" providerId="ADAL" clId="{A86917AC-3974-4960-9BAF-D5671B2829D1}" dt="2023-03-25T14:12:27.608" v="1938"/>
          <ac:graphicFrameMkLst>
            <pc:docMk/>
            <pc:sldMk cId="1253026470" sldId="291"/>
            <ac:graphicFrameMk id="12" creationId="{BC88A78D-5392-DE0D-665E-468183A25C4A}"/>
          </ac:graphicFrameMkLst>
        </pc:graphicFrameChg>
        <pc:picChg chg="del">
          <ac:chgData name="Nareed Hashem" userId="b94ed9c5-3008-429e-9c6a-c439b5985c30" providerId="ADAL" clId="{A86917AC-3974-4960-9BAF-D5671B2829D1}" dt="2023-03-25T12:29:54.079" v="771" actId="478"/>
          <ac:picMkLst>
            <pc:docMk/>
            <pc:sldMk cId="1253026470" sldId="291"/>
            <ac:picMk id="5" creationId="{A8609729-32BC-E59B-A6A9-3BBFA0B2B03E}"/>
          </ac:picMkLst>
        </pc:picChg>
        <pc:picChg chg="add del mod">
          <ac:chgData name="Nareed Hashem" userId="b94ed9c5-3008-429e-9c6a-c439b5985c30" providerId="ADAL" clId="{A86917AC-3974-4960-9BAF-D5671B2829D1}" dt="2023-03-25T14:12:29.524" v="1942" actId="21"/>
          <ac:picMkLst>
            <pc:docMk/>
            <pc:sldMk cId="1253026470" sldId="291"/>
            <ac:picMk id="9" creationId="{DCF43989-83E7-460F-D6C0-9037C6BC8562}"/>
          </ac:picMkLst>
        </pc:picChg>
        <pc:picChg chg="add del mod">
          <ac:chgData name="Nareed Hashem" userId="b94ed9c5-3008-429e-9c6a-c439b5985c30" providerId="ADAL" clId="{A86917AC-3974-4960-9BAF-D5671B2829D1}" dt="2023-03-25T14:12:28.691" v="1941"/>
          <ac:picMkLst>
            <pc:docMk/>
            <pc:sldMk cId="1253026470" sldId="291"/>
            <ac:picMk id="11" creationId="{818927CB-6E54-70AA-5BED-E956A81A6856}"/>
          </ac:picMkLst>
        </pc:picChg>
      </pc:sldChg>
      <pc:sldChg chg="addSp delSp modSp add mod">
        <pc:chgData name="Nareed Hashem" userId="b94ed9c5-3008-429e-9c6a-c439b5985c30" providerId="ADAL" clId="{A86917AC-3974-4960-9BAF-D5671B2829D1}" dt="2023-03-25T13:26:00.368" v="1017" actId="22"/>
        <pc:sldMkLst>
          <pc:docMk/>
          <pc:sldMk cId="3214347000" sldId="292"/>
        </pc:sldMkLst>
        <pc:spChg chg="add del">
          <ac:chgData name="Nareed Hashem" userId="b94ed9c5-3008-429e-9c6a-c439b5985c30" providerId="ADAL" clId="{A86917AC-3974-4960-9BAF-D5671B2829D1}" dt="2023-03-25T13:26:00.368" v="1017" actId="22"/>
          <ac:spMkLst>
            <pc:docMk/>
            <pc:sldMk cId="3214347000" sldId="292"/>
            <ac:spMk id="7" creationId="{BC69759E-440B-A91E-EDFD-275FCAE87FF3}"/>
          </ac:spMkLst>
        </pc:spChg>
        <pc:spChg chg="mod">
          <ac:chgData name="Nareed Hashem" userId="b94ed9c5-3008-429e-9c6a-c439b5985c30" providerId="ADAL" clId="{A86917AC-3974-4960-9BAF-D5671B2829D1}" dt="2023-03-25T12:32:43.495" v="850" actId="20577"/>
          <ac:spMkLst>
            <pc:docMk/>
            <pc:sldMk cId="3214347000" sldId="292"/>
            <ac:spMk id="10" creationId="{1CAF07A0-180F-E59F-7D9F-5C2227FBA1EB}"/>
          </ac:spMkLst>
        </pc:spChg>
        <pc:graphicFrameChg chg="mod modGraphic">
          <ac:chgData name="Nareed Hashem" userId="b94ed9c5-3008-429e-9c6a-c439b5985c30" providerId="ADAL" clId="{A86917AC-3974-4960-9BAF-D5671B2829D1}" dt="2023-03-25T12:35:20.026" v="966" actId="1076"/>
          <ac:graphicFrameMkLst>
            <pc:docMk/>
            <pc:sldMk cId="3214347000" sldId="292"/>
            <ac:graphicFrameMk id="6" creationId="{7AD05BB3-BDDE-41F2-37D4-A89E3497B6A9}"/>
          </ac:graphicFrameMkLst>
        </pc:graphicFrameChg>
        <pc:picChg chg="add mod">
          <ac:chgData name="Nareed Hashem" userId="b94ed9c5-3008-429e-9c6a-c439b5985c30" providerId="ADAL" clId="{A86917AC-3974-4960-9BAF-D5671B2829D1}" dt="2023-03-25T12:34:21.983" v="892" actId="1076"/>
          <ac:picMkLst>
            <pc:docMk/>
            <pc:sldMk cId="3214347000" sldId="292"/>
            <ac:picMk id="4" creationId="{8DE4B667-3593-00D3-BC8E-29536DDD4062}"/>
          </ac:picMkLst>
        </pc:picChg>
        <pc:picChg chg="del">
          <ac:chgData name="Nareed Hashem" userId="b94ed9c5-3008-429e-9c6a-c439b5985c30" providerId="ADAL" clId="{A86917AC-3974-4960-9BAF-D5671B2829D1}" dt="2023-03-25T12:32:47.638" v="851" actId="478"/>
          <ac:picMkLst>
            <pc:docMk/>
            <pc:sldMk cId="3214347000" sldId="292"/>
            <ac:picMk id="9" creationId="{DCF43989-83E7-460F-D6C0-9037C6BC8562}"/>
          </ac:picMkLst>
        </pc:picChg>
      </pc:sldChg>
      <pc:sldChg chg="addSp delSp modSp new mod setBg chgLayout">
        <pc:chgData name="Nareed Hashem" userId="b94ed9c5-3008-429e-9c6a-c439b5985c30" providerId="ADAL" clId="{A86917AC-3974-4960-9BAF-D5671B2829D1}" dt="2023-03-25T14:13:22.986" v="1956" actId="20577"/>
        <pc:sldMkLst>
          <pc:docMk/>
          <pc:sldMk cId="2303404130" sldId="293"/>
        </pc:sldMkLst>
        <pc:spChg chg="del mod ord">
          <ac:chgData name="Nareed Hashem" userId="b94ed9c5-3008-429e-9c6a-c439b5985c30" providerId="ADAL" clId="{A86917AC-3974-4960-9BAF-D5671B2829D1}" dt="2023-03-25T13:34:34.046" v="1279" actId="478"/>
          <ac:spMkLst>
            <pc:docMk/>
            <pc:sldMk cId="2303404130" sldId="293"/>
            <ac:spMk id="2" creationId="{D473354A-004D-155E-DFCF-781F0C20E158}"/>
          </ac:spMkLst>
        </pc:spChg>
        <pc:spChg chg="add del">
          <ac:chgData name="Nareed Hashem" userId="b94ed9c5-3008-429e-9c6a-c439b5985c30" providerId="ADAL" clId="{A86917AC-3974-4960-9BAF-D5671B2829D1}" dt="2023-03-25T13:26:53.530" v="1025" actId="3680"/>
          <ac:spMkLst>
            <pc:docMk/>
            <pc:sldMk cId="2303404130" sldId="293"/>
            <ac:spMk id="3" creationId="{63F43F8B-2391-3503-8646-EBF00F983A28}"/>
          </ac:spMkLst>
        </pc:spChg>
        <pc:spChg chg="add del">
          <ac:chgData name="Nareed Hashem" userId="b94ed9c5-3008-429e-9c6a-c439b5985c30" providerId="ADAL" clId="{A86917AC-3974-4960-9BAF-D5671B2829D1}" dt="2023-03-25T13:28:19.449" v="1050" actId="22"/>
          <ac:spMkLst>
            <pc:docMk/>
            <pc:sldMk cId="2303404130" sldId="293"/>
            <ac:spMk id="7" creationId="{723FD750-49BF-937A-EBA7-D6C5884AEB29}"/>
          </ac:spMkLst>
        </pc:spChg>
        <pc:spChg chg="add del mod">
          <ac:chgData name="Nareed Hashem" userId="b94ed9c5-3008-429e-9c6a-c439b5985c30" providerId="ADAL" clId="{A86917AC-3974-4960-9BAF-D5671B2829D1}" dt="2023-03-25T13:32:11.960" v="1119"/>
          <ac:spMkLst>
            <pc:docMk/>
            <pc:sldMk cId="2303404130" sldId="293"/>
            <ac:spMk id="8" creationId="{9E0441CB-F5C9-F6C9-E4EF-F7C7B8139B9F}"/>
          </ac:spMkLst>
        </pc:spChg>
        <pc:spChg chg="add del mod">
          <ac:chgData name="Nareed Hashem" userId="b94ed9c5-3008-429e-9c6a-c439b5985c30" providerId="ADAL" clId="{A86917AC-3974-4960-9BAF-D5671B2829D1}" dt="2023-03-25T13:32:23.603" v="1122" actId="21"/>
          <ac:spMkLst>
            <pc:docMk/>
            <pc:sldMk cId="2303404130" sldId="293"/>
            <ac:spMk id="10" creationId="{25190821-1345-84F0-9FD4-E33A45D65412}"/>
          </ac:spMkLst>
        </pc:spChg>
        <pc:spChg chg="add mod">
          <ac:chgData name="Nareed Hashem" userId="b94ed9c5-3008-429e-9c6a-c439b5985c30" providerId="ADAL" clId="{A86917AC-3974-4960-9BAF-D5671B2829D1}" dt="2023-03-25T14:05:08.671" v="1570" actId="26606"/>
          <ac:spMkLst>
            <pc:docMk/>
            <pc:sldMk cId="2303404130" sldId="293"/>
            <ac:spMk id="12" creationId="{79C6207A-2441-F34B-5EC9-C39AE3D95189}"/>
          </ac:spMkLst>
        </pc:spChg>
        <pc:spChg chg="add del mod">
          <ac:chgData name="Nareed Hashem" userId="b94ed9c5-3008-429e-9c6a-c439b5985c30" providerId="ADAL" clId="{A86917AC-3974-4960-9BAF-D5671B2829D1}" dt="2023-03-25T13:35:12.093" v="1291" actId="478"/>
          <ac:spMkLst>
            <pc:docMk/>
            <pc:sldMk cId="2303404130" sldId="293"/>
            <ac:spMk id="14" creationId="{E1D6A910-91EF-FDC2-6F3D-BAD58109171D}"/>
          </ac:spMkLst>
        </pc:spChg>
        <pc:spChg chg="add mod ord">
          <ac:chgData name="Nareed Hashem" userId="b94ed9c5-3008-429e-9c6a-c439b5985c30" providerId="ADAL" clId="{A86917AC-3974-4960-9BAF-D5671B2829D1}" dt="2023-03-25T14:13:22.986" v="1956" actId="20577"/>
          <ac:spMkLst>
            <pc:docMk/>
            <pc:sldMk cId="2303404130" sldId="293"/>
            <ac:spMk id="15" creationId="{872E17EC-8B53-2CB1-1782-E89C7A799449}"/>
          </ac:spMkLst>
        </pc:spChg>
        <pc:spChg chg="add del">
          <ac:chgData name="Nareed Hashem" userId="b94ed9c5-3008-429e-9c6a-c439b5985c30" providerId="ADAL" clId="{A86917AC-3974-4960-9BAF-D5671B2829D1}" dt="2023-03-25T14:03:04.848" v="1432" actId="26606"/>
          <ac:spMkLst>
            <pc:docMk/>
            <pc:sldMk cId="2303404130" sldId="293"/>
            <ac:spMk id="17" creationId="{1660E788-AFA9-4A1B-9991-6AA74632A15B}"/>
          </ac:spMkLst>
        </pc:spChg>
        <pc:spChg chg="add del">
          <ac:chgData name="Nareed Hashem" userId="b94ed9c5-3008-429e-9c6a-c439b5985c30" providerId="ADAL" clId="{A86917AC-3974-4960-9BAF-D5671B2829D1}" dt="2023-03-25T14:03:04.848" v="1432" actId="26606"/>
          <ac:spMkLst>
            <pc:docMk/>
            <pc:sldMk cId="2303404130" sldId="293"/>
            <ac:spMk id="18" creationId="{867D4867-5BA7-4462-B2F6-A23F4A622AA7}"/>
          </ac:spMkLst>
        </pc:spChg>
        <pc:spChg chg="add del">
          <ac:chgData name="Nareed Hashem" userId="b94ed9c5-3008-429e-9c6a-c439b5985c30" providerId="ADAL" clId="{A86917AC-3974-4960-9BAF-D5671B2829D1}" dt="2023-03-25T14:03:08.637" v="1434" actId="26606"/>
          <ac:spMkLst>
            <pc:docMk/>
            <pc:sldMk cId="2303404130" sldId="293"/>
            <ac:spMk id="19" creationId="{EC7FF834-B204-4967-8D47-8BB36EAF0EF5}"/>
          </ac:spMkLst>
        </pc:spChg>
        <pc:spChg chg="add del">
          <ac:chgData name="Nareed Hashem" userId="b94ed9c5-3008-429e-9c6a-c439b5985c30" providerId="ADAL" clId="{A86917AC-3974-4960-9BAF-D5671B2829D1}" dt="2023-03-25T14:02:59.667" v="1430" actId="26606"/>
          <ac:spMkLst>
            <pc:docMk/>
            <pc:sldMk cId="2303404130" sldId="293"/>
            <ac:spMk id="20" creationId="{3F47E20B-1205-4238-A82B-90EF577F32D8}"/>
          </ac:spMkLst>
        </pc:spChg>
        <pc:spChg chg="add del">
          <ac:chgData name="Nareed Hashem" userId="b94ed9c5-3008-429e-9c6a-c439b5985c30" providerId="ADAL" clId="{A86917AC-3974-4960-9BAF-D5671B2829D1}" dt="2023-03-25T14:03:08.637" v="1434" actId="26606"/>
          <ac:spMkLst>
            <pc:docMk/>
            <pc:sldMk cId="2303404130" sldId="293"/>
            <ac:spMk id="21" creationId="{F780A22D-61EA-43E3-BD94-3E39CF902160}"/>
          </ac:spMkLst>
        </pc:spChg>
        <pc:spChg chg="add del">
          <ac:chgData name="Nareed Hashem" userId="b94ed9c5-3008-429e-9c6a-c439b5985c30" providerId="ADAL" clId="{A86917AC-3974-4960-9BAF-D5671B2829D1}" dt="2023-03-25T14:02:59.667" v="1430" actId="26606"/>
          <ac:spMkLst>
            <pc:docMk/>
            <pc:sldMk cId="2303404130" sldId="293"/>
            <ac:spMk id="22" creationId="{D13567AC-EB9A-47A9-B6EC-B5BDB73B113C}"/>
          </ac:spMkLst>
        </pc:spChg>
        <pc:spChg chg="add del">
          <ac:chgData name="Nareed Hashem" userId="b94ed9c5-3008-429e-9c6a-c439b5985c30" providerId="ADAL" clId="{A86917AC-3974-4960-9BAF-D5671B2829D1}" dt="2023-03-25T14:03:12.487" v="1436" actId="26606"/>
          <ac:spMkLst>
            <pc:docMk/>
            <pc:sldMk cId="2303404130" sldId="293"/>
            <ac:spMk id="23" creationId="{3ED03601-4724-4293-A32A-3A0879C5D491}"/>
          </ac:spMkLst>
        </pc:spChg>
        <pc:spChg chg="add del">
          <ac:chgData name="Nareed Hashem" userId="b94ed9c5-3008-429e-9c6a-c439b5985c30" providerId="ADAL" clId="{A86917AC-3974-4960-9BAF-D5671B2829D1}" dt="2023-03-25T14:03:12.487" v="1436" actId="26606"/>
          <ac:spMkLst>
            <pc:docMk/>
            <pc:sldMk cId="2303404130" sldId="293"/>
            <ac:spMk id="24" creationId="{5E433AC3-E189-483B-9E8C-DFD5D2A18641}"/>
          </ac:spMkLst>
        </pc:spChg>
        <pc:spChg chg="add del">
          <ac:chgData name="Nareed Hashem" userId="b94ed9c5-3008-429e-9c6a-c439b5985c30" providerId="ADAL" clId="{A86917AC-3974-4960-9BAF-D5671B2829D1}" dt="2023-03-25T14:03:14.362" v="1438" actId="26606"/>
          <ac:spMkLst>
            <pc:docMk/>
            <pc:sldMk cId="2303404130" sldId="293"/>
            <ac:spMk id="26" creationId="{23D9B6CF-87DD-47C7-B38D-7C5353D4DC9D}"/>
          </ac:spMkLst>
        </pc:spChg>
        <pc:spChg chg="add del">
          <ac:chgData name="Nareed Hashem" userId="b94ed9c5-3008-429e-9c6a-c439b5985c30" providerId="ADAL" clId="{A86917AC-3974-4960-9BAF-D5671B2829D1}" dt="2023-03-25T14:03:14.362" v="1438" actId="26606"/>
          <ac:spMkLst>
            <pc:docMk/>
            <pc:sldMk cId="2303404130" sldId="293"/>
            <ac:spMk id="27" creationId="{EFE2328B-DA12-4B90-BD82-3CCF13AF6C83}"/>
          </ac:spMkLst>
        </pc:spChg>
        <pc:spChg chg="add del">
          <ac:chgData name="Nareed Hashem" userId="b94ed9c5-3008-429e-9c6a-c439b5985c30" providerId="ADAL" clId="{A86917AC-3974-4960-9BAF-D5671B2829D1}" dt="2023-03-25T14:03:14.362" v="1438" actId="26606"/>
          <ac:spMkLst>
            <pc:docMk/>
            <pc:sldMk cId="2303404130" sldId="293"/>
            <ac:spMk id="28" creationId="{F77FF0B6-332F-4842-A5F8-EA360BD5FF84}"/>
          </ac:spMkLst>
        </pc:spChg>
        <pc:spChg chg="add del">
          <ac:chgData name="Nareed Hashem" userId="b94ed9c5-3008-429e-9c6a-c439b5985c30" providerId="ADAL" clId="{A86917AC-3974-4960-9BAF-D5671B2829D1}" dt="2023-03-25T14:03:15.207" v="1440" actId="26606"/>
          <ac:spMkLst>
            <pc:docMk/>
            <pc:sldMk cId="2303404130" sldId="293"/>
            <ac:spMk id="30" creationId="{3F47E20B-1205-4238-A82B-90EF577F32D8}"/>
          </ac:spMkLst>
        </pc:spChg>
        <pc:spChg chg="add del">
          <ac:chgData name="Nareed Hashem" userId="b94ed9c5-3008-429e-9c6a-c439b5985c30" providerId="ADAL" clId="{A86917AC-3974-4960-9BAF-D5671B2829D1}" dt="2023-03-25T14:03:15.207" v="1440" actId="26606"/>
          <ac:spMkLst>
            <pc:docMk/>
            <pc:sldMk cId="2303404130" sldId="293"/>
            <ac:spMk id="31" creationId="{D13567AC-EB9A-47A9-B6EC-B5BDB73B113C}"/>
          </ac:spMkLst>
        </pc:spChg>
        <pc:spChg chg="add del">
          <ac:chgData name="Nareed Hashem" userId="b94ed9c5-3008-429e-9c6a-c439b5985c30" providerId="ADAL" clId="{A86917AC-3974-4960-9BAF-D5671B2829D1}" dt="2023-03-25T14:03:17.087" v="1442" actId="26606"/>
          <ac:spMkLst>
            <pc:docMk/>
            <pc:sldMk cId="2303404130" sldId="293"/>
            <ac:spMk id="33" creationId="{419501C6-F015-4273-AF88-E0F6C853899F}"/>
          </ac:spMkLst>
        </pc:spChg>
        <pc:spChg chg="add del">
          <ac:chgData name="Nareed Hashem" userId="b94ed9c5-3008-429e-9c6a-c439b5985c30" providerId="ADAL" clId="{A86917AC-3974-4960-9BAF-D5671B2829D1}" dt="2023-03-25T14:03:17.087" v="1442" actId="26606"/>
          <ac:spMkLst>
            <pc:docMk/>
            <pc:sldMk cId="2303404130" sldId="293"/>
            <ac:spMk id="34" creationId="{CA677DB7-5829-45BD-9754-5EC484CC4253}"/>
          </ac:spMkLst>
        </pc:spChg>
        <pc:spChg chg="add del">
          <ac:chgData name="Nareed Hashem" userId="b94ed9c5-3008-429e-9c6a-c439b5985c30" providerId="ADAL" clId="{A86917AC-3974-4960-9BAF-D5671B2829D1}" dt="2023-03-25T14:05:08.671" v="1570" actId="26606"/>
          <ac:spMkLst>
            <pc:docMk/>
            <pc:sldMk cId="2303404130" sldId="293"/>
            <ac:spMk id="36" creationId="{1660E788-AFA9-4A1B-9991-6AA74632A15B}"/>
          </ac:spMkLst>
        </pc:spChg>
        <pc:spChg chg="add del">
          <ac:chgData name="Nareed Hashem" userId="b94ed9c5-3008-429e-9c6a-c439b5985c30" providerId="ADAL" clId="{A86917AC-3974-4960-9BAF-D5671B2829D1}" dt="2023-03-25T14:05:08.671" v="1570" actId="26606"/>
          <ac:spMkLst>
            <pc:docMk/>
            <pc:sldMk cId="2303404130" sldId="293"/>
            <ac:spMk id="37" creationId="{867D4867-5BA7-4462-B2F6-A23F4A622AA7}"/>
          </ac:spMkLst>
        </pc:spChg>
        <pc:graphicFrameChg chg="add del mod ord modGraphic">
          <ac:chgData name="Nareed Hashem" userId="b94ed9c5-3008-429e-9c6a-c439b5985c30" providerId="ADAL" clId="{A86917AC-3974-4960-9BAF-D5671B2829D1}" dt="2023-03-25T13:26:49.838" v="1024" actId="3680"/>
          <ac:graphicFrameMkLst>
            <pc:docMk/>
            <pc:sldMk cId="2303404130" sldId="293"/>
            <ac:graphicFrameMk id="4" creationId="{12527B52-A1CB-62E3-9108-A5137A99DBCF}"/>
          </ac:graphicFrameMkLst>
        </pc:graphicFrameChg>
        <pc:graphicFrameChg chg="add del mod ord modGraphic">
          <ac:chgData name="Nareed Hashem" userId="b94ed9c5-3008-429e-9c6a-c439b5985c30" providerId="ADAL" clId="{A86917AC-3974-4960-9BAF-D5671B2829D1}" dt="2023-03-25T13:32:25.875" v="1124" actId="21"/>
          <ac:graphicFrameMkLst>
            <pc:docMk/>
            <pc:sldMk cId="2303404130" sldId="293"/>
            <ac:graphicFrameMk id="5" creationId="{48EC858B-46AC-52B8-57FB-A112BF0F1F99}"/>
          </ac:graphicFrameMkLst>
        </pc:graphicFrameChg>
        <pc:graphicFrameChg chg="add mod modGraphic">
          <ac:chgData name="Nareed Hashem" userId="b94ed9c5-3008-429e-9c6a-c439b5985c30" providerId="ADAL" clId="{A86917AC-3974-4960-9BAF-D5671B2829D1}" dt="2023-03-25T14:13:17.139" v="1955" actId="1076"/>
          <ac:graphicFrameMkLst>
            <pc:docMk/>
            <pc:sldMk cId="2303404130" sldId="293"/>
            <ac:graphicFrameMk id="13" creationId="{D962AADD-9A50-52F1-11AE-6689D641F1E4}"/>
          </ac:graphicFrameMkLst>
        </pc:graphicFrameChg>
      </pc:sldChg>
      <pc:sldChg chg="addSp delSp modSp add mod setBg">
        <pc:chgData name="Nareed Hashem" userId="b94ed9c5-3008-429e-9c6a-c439b5985c30" providerId="ADAL" clId="{A86917AC-3974-4960-9BAF-D5671B2829D1}" dt="2023-03-25T14:08:34.018" v="1870" actId="26606"/>
        <pc:sldMkLst>
          <pc:docMk/>
          <pc:sldMk cId="185741780" sldId="294"/>
        </pc:sldMkLst>
        <pc:spChg chg="mod ord">
          <ac:chgData name="Nareed Hashem" userId="b94ed9c5-3008-429e-9c6a-c439b5985c30" providerId="ADAL" clId="{A86917AC-3974-4960-9BAF-D5671B2829D1}" dt="2023-03-25T14:08:34.018" v="1870" actId="26606"/>
          <ac:spMkLst>
            <pc:docMk/>
            <pc:sldMk cId="185741780" sldId="294"/>
            <ac:spMk id="12" creationId="{79C6207A-2441-F34B-5EC9-C39AE3D95189}"/>
          </ac:spMkLst>
        </pc:spChg>
        <pc:spChg chg="mod">
          <ac:chgData name="Nareed Hashem" userId="b94ed9c5-3008-429e-9c6a-c439b5985c30" providerId="ADAL" clId="{A86917AC-3974-4960-9BAF-D5671B2829D1}" dt="2023-03-25T14:08:34.018" v="1870" actId="26606"/>
          <ac:spMkLst>
            <pc:docMk/>
            <pc:sldMk cId="185741780" sldId="294"/>
            <ac:spMk id="15" creationId="{872E17EC-8B53-2CB1-1782-E89C7A799449}"/>
          </ac:spMkLst>
        </pc:spChg>
        <pc:spChg chg="add del">
          <ac:chgData name="Nareed Hashem" userId="b94ed9c5-3008-429e-9c6a-c439b5985c30" providerId="ADAL" clId="{A86917AC-3974-4960-9BAF-D5671B2829D1}" dt="2023-03-25T14:08:34.018" v="1870" actId="26606"/>
          <ac:spMkLst>
            <pc:docMk/>
            <pc:sldMk cId="185741780" sldId="294"/>
            <ac:spMk id="20" creationId="{C33976D1-3430-450C-A978-87A9A6E8E71F}"/>
          </ac:spMkLst>
        </pc:spChg>
        <pc:spChg chg="add del">
          <ac:chgData name="Nareed Hashem" userId="b94ed9c5-3008-429e-9c6a-c439b5985c30" providerId="ADAL" clId="{A86917AC-3974-4960-9BAF-D5671B2829D1}" dt="2023-03-25T14:08:34.018" v="1870" actId="26606"/>
          <ac:spMkLst>
            <pc:docMk/>
            <pc:sldMk cId="185741780" sldId="294"/>
            <ac:spMk id="22" creationId="{7D6AAC78-7D86-415A-ADC1-2B474807960C}"/>
          </ac:spMkLst>
        </pc:spChg>
        <pc:spChg chg="add del">
          <ac:chgData name="Nareed Hashem" userId="b94ed9c5-3008-429e-9c6a-c439b5985c30" providerId="ADAL" clId="{A86917AC-3974-4960-9BAF-D5671B2829D1}" dt="2023-03-25T14:08:34.018" v="1870" actId="26606"/>
          <ac:spMkLst>
            <pc:docMk/>
            <pc:sldMk cId="185741780" sldId="294"/>
            <ac:spMk id="24" creationId="{F2A658D9-F185-44F1-BA33-D50320D1D078}"/>
          </ac:spMkLst>
        </pc:spChg>
        <pc:graphicFrameChg chg="add del">
          <ac:chgData name="Nareed Hashem" userId="b94ed9c5-3008-429e-9c6a-c439b5985c30" providerId="ADAL" clId="{A86917AC-3974-4960-9BAF-D5671B2829D1}" dt="2023-03-25T14:05:40.092" v="1655" actId="478"/>
          <ac:graphicFrameMkLst>
            <pc:docMk/>
            <pc:sldMk cId="185741780" sldId="294"/>
            <ac:graphicFrameMk id="13" creationId="{D962AADD-9A50-52F1-11AE-6689D641F1E4}"/>
          </ac:graphicFrameMkLst>
        </pc:graphicFrameChg>
      </pc:sldChg>
      <pc:sldChg chg="add del setBg">
        <pc:chgData name="Nareed Hashem" userId="b94ed9c5-3008-429e-9c6a-c439b5985c30" providerId="ADAL" clId="{A86917AC-3974-4960-9BAF-D5671B2829D1}" dt="2023-03-25T14:12:27.340" v="1937"/>
        <pc:sldMkLst>
          <pc:docMk/>
          <pc:sldMk cId="2812998636" sldId="295"/>
        </pc:sldMkLst>
      </pc:sldChg>
      <pc:sldChg chg="modSp add mod">
        <pc:chgData name="Nareed Hashem" userId="b94ed9c5-3008-429e-9c6a-c439b5985c30" providerId="ADAL" clId="{A86917AC-3974-4960-9BAF-D5671B2829D1}" dt="2023-03-25T16:04:33.795" v="2443" actId="27636"/>
        <pc:sldMkLst>
          <pc:docMk/>
          <pc:sldMk cId="4194958052" sldId="295"/>
        </pc:sldMkLst>
        <pc:spChg chg="mod">
          <ac:chgData name="Nareed Hashem" userId="b94ed9c5-3008-429e-9c6a-c439b5985c30" providerId="ADAL" clId="{A86917AC-3974-4960-9BAF-D5671B2829D1}" dt="2023-03-25T16:04:33.795" v="2443" actId="27636"/>
          <ac:spMkLst>
            <pc:docMk/>
            <pc:sldMk cId="4194958052" sldId="295"/>
            <ac:spMk id="12" creationId="{79C6207A-2441-F34B-5EC9-C39AE3D95189}"/>
          </ac:spMkLst>
        </pc:spChg>
        <pc:spChg chg="mod">
          <ac:chgData name="Nareed Hashem" userId="b94ed9c5-3008-429e-9c6a-c439b5985c30" providerId="ADAL" clId="{A86917AC-3974-4960-9BAF-D5671B2829D1}" dt="2023-03-25T14:13:48.834" v="1984" actId="20577"/>
          <ac:spMkLst>
            <pc:docMk/>
            <pc:sldMk cId="4194958052" sldId="295"/>
            <ac:spMk id="15" creationId="{872E17EC-8B53-2CB1-1782-E89C7A799449}"/>
          </ac:spMkLst>
        </pc:spChg>
      </pc:sldChg>
    </pc:docChg>
  </pc:docChgLst>
  <pc:docChgLst>
    <pc:chgData name="Nareed Hashem" userId="b94ed9c5-3008-429e-9c6a-c439b5985c30" providerId="ADAL" clId="{3619CFC9-A0C8-4A2C-9653-BE8A2CB93C58}"/>
    <pc:docChg chg="undo custSel addSld delSld modSld addSection delSection modSection">
      <pc:chgData name="Nareed Hashem" userId="b94ed9c5-3008-429e-9c6a-c439b5985c30" providerId="ADAL" clId="{3619CFC9-A0C8-4A2C-9653-BE8A2CB93C58}" dt="2023-03-19T07:10:46.226" v="5728" actId="20577"/>
      <pc:docMkLst>
        <pc:docMk/>
      </pc:docMkLst>
      <pc:sldChg chg="delSp mod">
        <pc:chgData name="Nareed Hashem" userId="b94ed9c5-3008-429e-9c6a-c439b5985c30" providerId="ADAL" clId="{3619CFC9-A0C8-4A2C-9653-BE8A2CB93C58}" dt="2023-03-12T17:01:16.923" v="4608" actId="478"/>
        <pc:sldMkLst>
          <pc:docMk/>
          <pc:sldMk cId="616906718" sldId="256"/>
        </pc:sldMkLst>
        <pc:spChg chg="del">
          <ac:chgData name="Nareed Hashem" userId="b94ed9c5-3008-429e-9c6a-c439b5985c30" providerId="ADAL" clId="{3619CFC9-A0C8-4A2C-9653-BE8A2CB93C58}" dt="2023-03-12T17:01:16.923" v="4608" actId="478"/>
          <ac:spMkLst>
            <pc:docMk/>
            <pc:sldMk cId="616906718" sldId="256"/>
            <ac:spMk id="6" creationId="{1DAD9750-6A2D-D291-9882-3F00FB7751CB}"/>
          </ac:spMkLst>
        </pc:spChg>
      </pc:sldChg>
      <pc:sldChg chg="modSp mod">
        <pc:chgData name="Nareed Hashem" userId="b94ed9c5-3008-429e-9c6a-c439b5985c30" providerId="ADAL" clId="{3619CFC9-A0C8-4A2C-9653-BE8A2CB93C58}" dt="2023-03-10T21:19:43.326" v="3609" actId="1076"/>
        <pc:sldMkLst>
          <pc:docMk/>
          <pc:sldMk cId="3411376222" sldId="269"/>
        </pc:sldMkLst>
        <pc:spChg chg="mod">
          <ac:chgData name="Nareed Hashem" userId="b94ed9c5-3008-429e-9c6a-c439b5985c30" providerId="ADAL" clId="{3619CFC9-A0C8-4A2C-9653-BE8A2CB93C58}" dt="2023-03-10T21:19:43.326" v="3609" actId="1076"/>
          <ac:spMkLst>
            <pc:docMk/>
            <pc:sldMk cId="3411376222" sldId="269"/>
            <ac:spMk id="2" creationId="{88520C1E-9A4C-14FD-6899-B82A9EC3B8E4}"/>
          </ac:spMkLst>
        </pc:spChg>
        <pc:graphicFrameChg chg="mod">
          <ac:chgData name="Nareed Hashem" userId="b94ed9c5-3008-429e-9c6a-c439b5985c30" providerId="ADAL" clId="{3619CFC9-A0C8-4A2C-9653-BE8A2CB93C58}" dt="2023-03-10T21:19:28.744" v="3604" actId="14100"/>
          <ac:graphicFrameMkLst>
            <pc:docMk/>
            <pc:sldMk cId="3411376222" sldId="269"/>
            <ac:graphicFrameMk id="4" creationId="{FF9F0609-90E3-EC50-0B40-60AC9987FDE6}"/>
          </ac:graphicFrameMkLst>
        </pc:graphicFrameChg>
      </pc:sldChg>
      <pc:sldChg chg="addSp modSp mod modClrScheme chgLayout">
        <pc:chgData name="Nareed Hashem" userId="b94ed9c5-3008-429e-9c6a-c439b5985c30" providerId="ADAL" clId="{3619CFC9-A0C8-4A2C-9653-BE8A2CB93C58}" dt="2023-03-12T17:20:24.566" v="5278" actId="1076"/>
        <pc:sldMkLst>
          <pc:docMk/>
          <pc:sldMk cId="1405366449" sldId="270"/>
        </pc:sldMkLst>
        <pc:spChg chg="mod ord">
          <ac:chgData name="Nareed Hashem" userId="b94ed9c5-3008-429e-9c6a-c439b5985c30" providerId="ADAL" clId="{3619CFC9-A0C8-4A2C-9653-BE8A2CB93C58}" dt="2023-03-04T17:16:01.983" v="78" actId="700"/>
          <ac:spMkLst>
            <pc:docMk/>
            <pc:sldMk cId="1405366449" sldId="270"/>
            <ac:spMk id="2" creationId="{424F2410-839E-9C9C-020F-51186B5351D5}"/>
          </ac:spMkLst>
        </pc:spChg>
        <pc:spChg chg="mod ord">
          <ac:chgData name="Nareed Hashem" userId="b94ed9c5-3008-429e-9c6a-c439b5985c30" providerId="ADAL" clId="{3619CFC9-A0C8-4A2C-9653-BE8A2CB93C58}" dt="2023-03-12T17:20:22.586" v="5277" actId="1076"/>
          <ac:spMkLst>
            <pc:docMk/>
            <pc:sldMk cId="1405366449" sldId="270"/>
            <ac:spMk id="3" creationId="{1355D527-36EA-FA52-913F-111600BD6157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5" creationId="{12558021-3557-A533-931F-F72F8FBECE0F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9" creationId="{101A395F-8EE8-02E1-88C1-FDE05653D8A9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10" creationId="{49B41184-DFF1-14FF-A46F-0DE62AEB1F41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11" creationId="{318CDA2E-5F59-22CF-8F84-9E837C257B9F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12" creationId="{0BF9AF95-9178-F18D-351B-015123D25021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14" creationId="{D32CF6CC-B758-B0B2-F10A-7CF8F35A1609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15" creationId="{E06F6401-D44A-A616-C60B-3FD36C2E31FF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16" creationId="{9377F4B1-7C33-8DF4-74C7-B19BA900F5C1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17" creationId="{97E0888B-DF58-5A00-3AD9-DE0AE3A5D877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18" creationId="{4F977F11-B5FC-4750-03F2-D373FBA71D22}"/>
          </ac:spMkLst>
        </pc:spChg>
        <pc:spChg chg="mod">
          <ac:chgData name="Nareed Hashem" userId="b94ed9c5-3008-429e-9c6a-c439b5985c30" providerId="ADAL" clId="{3619CFC9-A0C8-4A2C-9653-BE8A2CB93C58}" dt="2023-03-12T17:20:24.566" v="5278" actId="1076"/>
          <ac:spMkLst>
            <pc:docMk/>
            <pc:sldMk cId="1405366449" sldId="270"/>
            <ac:spMk id="19" creationId="{D1895CED-4B92-7B59-E118-490B4400D303}"/>
          </ac:spMkLst>
        </pc:spChg>
        <pc:spChg chg="add mod ord">
          <ac:chgData name="Nareed Hashem" userId="b94ed9c5-3008-429e-9c6a-c439b5985c30" providerId="ADAL" clId="{3619CFC9-A0C8-4A2C-9653-BE8A2CB93C58}" dt="2023-03-12T17:20:19.510" v="5276" actId="1076"/>
          <ac:spMkLst>
            <pc:docMk/>
            <pc:sldMk cId="1405366449" sldId="270"/>
            <ac:spMk id="20" creationId="{CE1F47D8-BD09-319A-1A5F-7545192B0C00}"/>
          </ac:spMkLst>
        </pc:spChg>
        <pc:grpChg chg="add mod">
          <ac:chgData name="Nareed Hashem" userId="b94ed9c5-3008-429e-9c6a-c439b5985c30" providerId="ADAL" clId="{3619CFC9-A0C8-4A2C-9653-BE8A2CB93C58}" dt="2023-03-12T17:20:24.566" v="5278" actId="1076"/>
          <ac:grpSpMkLst>
            <pc:docMk/>
            <pc:sldMk cId="1405366449" sldId="270"/>
            <ac:grpSpMk id="4" creationId="{76CD59A1-7132-866D-A26E-3608BDBBCD98}"/>
          </ac:grpSpMkLst>
        </pc:grpChg>
        <pc:grpChg chg="mod">
          <ac:chgData name="Nareed Hashem" userId="b94ed9c5-3008-429e-9c6a-c439b5985c30" providerId="ADAL" clId="{3619CFC9-A0C8-4A2C-9653-BE8A2CB93C58}" dt="2023-03-12T17:20:24.566" v="5278" actId="1076"/>
          <ac:grpSpMkLst>
            <pc:docMk/>
            <pc:sldMk cId="1405366449" sldId="270"/>
            <ac:grpSpMk id="6" creationId="{2A59AABA-FB50-C17D-F7AF-3DAB106E817D}"/>
          </ac:grpSpMkLst>
        </pc:grpChg>
        <pc:grpChg chg="mod">
          <ac:chgData name="Nareed Hashem" userId="b94ed9c5-3008-429e-9c6a-c439b5985c30" providerId="ADAL" clId="{3619CFC9-A0C8-4A2C-9653-BE8A2CB93C58}" dt="2023-03-12T17:20:24.566" v="5278" actId="1076"/>
          <ac:grpSpMkLst>
            <pc:docMk/>
            <pc:sldMk cId="1405366449" sldId="270"/>
            <ac:grpSpMk id="7" creationId="{9F84F115-A0F7-F9A7-CE78-363885CDCF4B}"/>
          </ac:grpSpMkLst>
        </pc:grpChg>
        <pc:grpChg chg="mod">
          <ac:chgData name="Nareed Hashem" userId="b94ed9c5-3008-429e-9c6a-c439b5985c30" providerId="ADAL" clId="{3619CFC9-A0C8-4A2C-9653-BE8A2CB93C58}" dt="2023-03-12T17:20:24.566" v="5278" actId="1076"/>
          <ac:grpSpMkLst>
            <pc:docMk/>
            <pc:sldMk cId="1405366449" sldId="270"/>
            <ac:grpSpMk id="8" creationId="{C1370CB1-7E6E-AD0E-3C3C-3DE94CAA4336}"/>
          </ac:grpSpMkLst>
        </pc:grpChg>
        <pc:grpChg chg="mod">
          <ac:chgData name="Nareed Hashem" userId="b94ed9c5-3008-429e-9c6a-c439b5985c30" providerId="ADAL" clId="{3619CFC9-A0C8-4A2C-9653-BE8A2CB93C58}" dt="2023-03-12T17:20:24.566" v="5278" actId="1076"/>
          <ac:grpSpMkLst>
            <pc:docMk/>
            <pc:sldMk cId="1405366449" sldId="270"/>
            <ac:grpSpMk id="13" creationId="{49A41C2A-5DC4-5F15-2DD1-29DAD6FCA753}"/>
          </ac:grpSpMkLst>
        </pc:grpChg>
      </pc:sldChg>
      <pc:sldChg chg="addSp delSp modSp new del mod modClrScheme chgLayout">
        <pc:chgData name="Nareed Hashem" userId="b94ed9c5-3008-429e-9c6a-c439b5985c30" providerId="ADAL" clId="{3619CFC9-A0C8-4A2C-9653-BE8A2CB93C58}" dt="2023-03-04T17:53:36.032" v="1374" actId="47"/>
        <pc:sldMkLst>
          <pc:docMk/>
          <pc:sldMk cId="1794915920" sldId="271"/>
        </pc:sldMkLst>
        <pc:spChg chg="del mod ord">
          <ac:chgData name="Nareed Hashem" userId="b94ed9c5-3008-429e-9c6a-c439b5985c30" providerId="ADAL" clId="{3619CFC9-A0C8-4A2C-9653-BE8A2CB93C58}" dt="2023-03-04T17:18:55.012" v="120" actId="700"/>
          <ac:spMkLst>
            <pc:docMk/>
            <pc:sldMk cId="1794915920" sldId="271"/>
            <ac:spMk id="2" creationId="{098F5678-AC9C-9B60-FB36-A8A4A0F126BA}"/>
          </ac:spMkLst>
        </pc:spChg>
        <pc:spChg chg="del mod ord">
          <ac:chgData name="Nareed Hashem" userId="b94ed9c5-3008-429e-9c6a-c439b5985c30" providerId="ADAL" clId="{3619CFC9-A0C8-4A2C-9653-BE8A2CB93C58}" dt="2023-03-04T17:18:55.012" v="120" actId="700"/>
          <ac:spMkLst>
            <pc:docMk/>
            <pc:sldMk cId="1794915920" sldId="271"/>
            <ac:spMk id="3" creationId="{0289BA1C-4AC0-B5E2-75CB-2AFFF8351864}"/>
          </ac:spMkLst>
        </pc:spChg>
        <pc:spChg chg="del">
          <ac:chgData name="Nareed Hashem" userId="b94ed9c5-3008-429e-9c6a-c439b5985c30" providerId="ADAL" clId="{3619CFC9-A0C8-4A2C-9653-BE8A2CB93C58}" dt="2023-03-04T17:18:55.012" v="120" actId="700"/>
          <ac:spMkLst>
            <pc:docMk/>
            <pc:sldMk cId="1794915920" sldId="271"/>
            <ac:spMk id="4" creationId="{1577A297-E68F-B434-D060-EC0D153B32C4}"/>
          </ac:spMkLst>
        </pc:spChg>
        <pc:spChg chg="add mod ord">
          <ac:chgData name="Nareed Hashem" userId="b94ed9c5-3008-429e-9c6a-c439b5985c30" providerId="ADAL" clId="{3619CFC9-A0C8-4A2C-9653-BE8A2CB93C58}" dt="2023-03-04T17:19:02.704" v="122" actId="113"/>
          <ac:spMkLst>
            <pc:docMk/>
            <pc:sldMk cId="1794915920" sldId="271"/>
            <ac:spMk id="5" creationId="{7B1D588D-6B25-75D6-BE40-99A00CF47602}"/>
          </ac:spMkLst>
        </pc:spChg>
        <pc:spChg chg="add mod ord">
          <ac:chgData name="Nareed Hashem" userId="b94ed9c5-3008-429e-9c6a-c439b5985c30" providerId="ADAL" clId="{3619CFC9-A0C8-4A2C-9653-BE8A2CB93C58}" dt="2023-03-04T17:20:25.885" v="138" actId="1076"/>
          <ac:spMkLst>
            <pc:docMk/>
            <pc:sldMk cId="1794915920" sldId="271"/>
            <ac:spMk id="6" creationId="{BD79F63C-C21C-A65F-39CC-1C0F4ED16A78}"/>
          </ac:spMkLst>
        </pc:spChg>
        <pc:graphicFrameChg chg="add mod modGraphic">
          <ac:chgData name="Nareed Hashem" userId="b94ed9c5-3008-429e-9c6a-c439b5985c30" providerId="ADAL" clId="{3619CFC9-A0C8-4A2C-9653-BE8A2CB93C58}" dt="2023-03-04T17:20:19.915" v="137" actId="1076"/>
          <ac:graphicFrameMkLst>
            <pc:docMk/>
            <pc:sldMk cId="1794915920" sldId="271"/>
            <ac:graphicFrameMk id="7" creationId="{5E09FD71-9B07-132B-9EA6-CB75BA349FB9}"/>
          </ac:graphicFrameMkLst>
        </pc:graphicFrameChg>
      </pc:sldChg>
      <pc:sldChg chg="addSp delSp modSp add del mod setBg chgLayout">
        <pc:chgData name="Nareed Hashem" userId="b94ed9c5-3008-429e-9c6a-c439b5985c30" providerId="ADAL" clId="{3619CFC9-A0C8-4A2C-9653-BE8A2CB93C58}" dt="2023-03-12T15:25:41.115" v="3642" actId="2696"/>
        <pc:sldMkLst>
          <pc:docMk/>
          <pc:sldMk cId="2703630484" sldId="272"/>
        </pc:sldMkLst>
        <pc:spChg chg="add del mod">
          <ac:chgData name="Nareed Hashem" userId="b94ed9c5-3008-429e-9c6a-c439b5985c30" providerId="ADAL" clId="{3619CFC9-A0C8-4A2C-9653-BE8A2CB93C58}" dt="2023-03-04T17:24:22.945" v="190" actId="478"/>
          <ac:spMkLst>
            <pc:docMk/>
            <pc:sldMk cId="2703630484" sldId="272"/>
            <ac:spMk id="3" creationId="{BC10EF68-BA03-54FA-A2F9-6E91E2C6E3E8}"/>
          </ac:spMkLst>
        </pc:spChg>
        <pc:spChg chg="add mod ord">
          <ac:chgData name="Nareed Hashem" userId="b94ed9c5-3008-429e-9c6a-c439b5985c30" providerId="ADAL" clId="{3619CFC9-A0C8-4A2C-9653-BE8A2CB93C58}" dt="2023-03-10T20:58:07.880" v="3441" actId="403"/>
          <ac:spMkLst>
            <pc:docMk/>
            <pc:sldMk cId="2703630484" sldId="272"/>
            <ac:spMk id="4" creationId="{8585D727-1A3D-4362-90C1-C15508D315B3}"/>
          </ac:spMkLst>
        </pc:spChg>
        <pc:spChg chg="mod ord">
          <ac:chgData name="Nareed Hashem" userId="b94ed9c5-3008-429e-9c6a-c439b5985c30" providerId="ADAL" clId="{3619CFC9-A0C8-4A2C-9653-BE8A2CB93C58}" dt="2023-03-04T18:06:04.001" v="1632" actId="1076"/>
          <ac:spMkLst>
            <pc:docMk/>
            <pc:sldMk cId="2703630484" sldId="272"/>
            <ac:spMk id="5" creationId="{7B1D588D-6B25-75D6-BE40-99A00CF47602}"/>
          </ac:spMkLst>
        </pc:spChg>
        <pc:spChg chg="del">
          <ac:chgData name="Nareed Hashem" userId="b94ed9c5-3008-429e-9c6a-c439b5985c30" providerId="ADAL" clId="{3619CFC9-A0C8-4A2C-9653-BE8A2CB93C58}" dt="2023-03-04T17:24:20.472" v="189" actId="478"/>
          <ac:spMkLst>
            <pc:docMk/>
            <pc:sldMk cId="2703630484" sldId="272"/>
            <ac:spMk id="6" creationId="{BD79F63C-C21C-A65F-39CC-1C0F4ED16A78}"/>
          </ac:spMkLst>
        </pc:spChg>
        <pc:spChg chg="add del">
          <ac:chgData name="Nareed Hashem" userId="b94ed9c5-3008-429e-9c6a-c439b5985c30" providerId="ADAL" clId="{3619CFC9-A0C8-4A2C-9653-BE8A2CB93C58}" dt="2023-03-04T17:50:54.707" v="1324" actId="22"/>
          <ac:spMkLst>
            <pc:docMk/>
            <pc:sldMk cId="2703630484" sldId="272"/>
            <ac:spMk id="9" creationId="{DB4817A5-2030-AA91-80D0-5FD08AD0D754}"/>
          </ac:spMkLst>
        </pc:spChg>
        <pc:spChg chg="add">
          <ac:chgData name="Nareed Hashem" userId="b94ed9c5-3008-429e-9c6a-c439b5985c30" providerId="ADAL" clId="{3619CFC9-A0C8-4A2C-9653-BE8A2CB93C58}" dt="2023-03-04T17:32:26.413" v="608" actId="26606"/>
          <ac:spMkLst>
            <pc:docMk/>
            <pc:sldMk cId="2703630484" sldId="272"/>
            <ac:spMk id="12" creationId="{23D9B6CF-87DD-47C7-B38D-7C5353D4DC9D}"/>
          </ac:spMkLst>
        </pc:spChg>
        <pc:spChg chg="add">
          <ac:chgData name="Nareed Hashem" userId="b94ed9c5-3008-429e-9c6a-c439b5985c30" providerId="ADAL" clId="{3619CFC9-A0C8-4A2C-9653-BE8A2CB93C58}" dt="2023-03-04T17:32:26.413" v="608" actId="26606"/>
          <ac:spMkLst>
            <pc:docMk/>
            <pc:sldMk cId="2703630484" sldId="272"/>
            <ac:spMk id="14" creationId="{EFE2328B-DA12-4B90-BD82-3CCF13AF6C83}"/>
          </ac:spMkLst>
        </pc:spChg>
        <pc:spChg chg="add">
          <ac:chgData name="Nareed Hashem" userId="b94ed9c5-3008-429e-9c6a-c439b5985c30" providerId="ADAL" clId="{3619CFC9-A0C8-4A2C-9653-BE8A2CB93C58}" dt="2023-03-04T17:32:26.413" v="608" actId="26606"/>
          <ac:spMkLst>
            <pc:docMk/>
            <pc:sldMk cId="2703630484" sldId="272"/>
            <ac:spMk id="16" creationId="{F77FF0B6-332F-4842-A5F8-EA360BD5FF84}"/>
          </ac:spMkLst>
        </pc:spChg>
        <pc:graphicFrameChg chg="add del mod modGraphic">
          <ac:chgData name="Nareed Hashem" userId="b94ed9c5-3008-429e-9c6a-c439b5985c30" providerId="ADAL" clId="{3619CFC9-A0C8-4A2C-9653-BE8A2CB93C58}" dt="2023-03-10T18:33:39.178" v="1987" actId="14734"/>
          <ac:graphicFrameMkLst>
            <pc:docMk/>
            <pc:sldMk cId="2703630484" sldId="272"/>
            <ac:graphicFrameMk id="7" creationId="{5E09FD71-9B07-132B-9EA6-CB75BA349FB9}"/>
          </ac:graphicFrameMkLst>
        </pc:graphicFrameChg>
      </pc:sldChg>
      <pc:sldChg chg="add del">
        <pc:chgData name="Nareed Hashem" userId="b94ed9c5-3008-429e-9c6a-c439b5985c30" providerId="ADAL" clId="{3619CFC9-A0C8-4A2C-9653-BE8A2CB93C58}" dt="2023-03-04T17:54:32.037" v="1375" actId="47"/>
        <pc:sldMkLst>
          <pc:docMk/>
          <pc:sldMk cId="2093304479" sldId="273"/>
        </pc:sldMkLst>
      </pc:sldChg>
      <pc:sldChg chg="addSp delSp modSp add del mod setBg modAnim delDesignElem chgLayout">
        <pc:chgData name="Nareed Hashem" userId="b94ed9c5-3008-429e-9c6a-c439b5985c30" providerId="ADAL" clId="{3619CFC9-A0C8-4A2C-9653-BE8A2CB93C58}" dt="2023-03-12T15:25:41.115" v="3642" actId="2696"/>
        <pc:sldMkLst>
          <pc:docMk/>
          <pc:sldMk cId="3945645176" sldId="274"/>
        </pc:sldMkLst>
        <pc:spChg chg="add mod">
          <ac:chgData name="Nareed Hashem" userId="b94ed9c5-3008-429e-9c6a-c439b5985c30" providerId="ADAL" clId="{3619CFC9-A0C8-4A2C-9653-BE8A2CB93C58}" dt="2023-03-04T17:55:15.993" v="1382" actId="20577"/>
          <ac:spMkLst>
            <pc:docMk/>
            <pc:sldMk cId="3945645176" sldId="274"/>
            <ac:spMk id="2" creationId="{4FAEE560-EC1B-26E0-C2C0-176AD9156F0B}"/>
          </ac:spMkLst>
        </pc:spChg>
        <pc:spChg chg="del mod ord">
          <ac:chgData name="Nareed Hashem" userId="b94ed9c5-3008-429e-9c6a-c439b5985c30" providerId="ADAL" clId="{3619CFC9-A0C8-4A2C-9653-BE8A2CB93C58}" dt="2023-03-04T17:52:22.349" v="1350" actId="478"/>
          <ac:spMkLst>
            <pc:docMk/>
            <pc:sldMk cId="3945645176" sldId="274"/>
            <ac:spMk id="4" creationId="{8585D727-1A3D-4362-90C1-C15508D315B3}"/>
          </ac:spMkLst>
        </pc:spChg>
        <pc:spChg chg="del mod ord">
          <ac:chgData name="Nareed Hashem" userId="b94ed9c5-3008-429e-9c6a-c439b5985c30" providerId="ADAL" clId="{3619CFC9-A0C8-4A2C-9653-BE8A2CB93C58}" dt="2023-03-04T17:52:21.430" v="1349" actId="478"/>
          <ac:spMkLst>
            <pc:docMk/>
            <pc:sldMk cId="3945645176" sldId="274"/>
            <ac:spMk id="5" creationId="{7B1D588D-6B25-75D6-BE40-99A00CF47602}"/>
          </ac:spMkLst>
        </pc:spChg>
        <pc:spChg chg="add del mod">
          <ac:chgData name="Nareed Hashem" userId="b94ed9c5-3008-429e-9c6a-c439b5985c30" providerId="ADAL" clId="{3619CFC9-A0C8-4A2C-9653-BE8A2CB93C58}" dt="2023-03-04T17:43:41.507" v="1062"/>
          <ac:spMkLst>
            <pc:docMk/>
            <pc:sldMk cId="3945645176" sldId="274"/>
            <ac:spMk id="6" creationId="{5397A821-4578-18DB-60DC-44B67A63CBFA}"/>
          </ac:spMkLst>
        </pc:spChg>
        <pc:spChg chg="add mod">
          <ac:chgData name="Nareed Hashem" userId="b94ed9c5-3008-429e-9c6a-c439b5985c30" providerId="ADAL" clId="{3619CFC9-A0C8-4A2C-9653-BE8A2CB93C58}" dt="2023-03-04T18:05:39.028" v="1624" actId="1036"/>
          <ac:spMkLst>
            <pc:docMk/>
            <pc:sldMk cId="3945645176" sldId="274"/>
            <ac:spMk id="8" creationId="{70AB990D-2158-5CD1-07FA-3422B6F72A70}"/>
          </ac:spMkLst>
        </pc:spChg>
        <pc:spChg chg="add mod">
          <ac:chgData name="Nareed Hashem" userId="b94ed9c5-3008-429e-9c6a-c439b5985c30" providerId="ADAL" clId="{3619CFC9-A0C8-4A2C-9653-BE8A2CB93C58}" dt="2023-03-04T18:05:33.103" v="1619" actId="1076"/>
          <ac:spMkLst>
            <pc:docMk/>
            <pc:sldMk cId="3945645176" sldId="274"/>
            <ac:spMk id="9" creationId="{294A162A-06EA-A793-4D5F-56120288D124}"/>
          </ac:spMkLst>
        </pc:spChg>
        <pc:spChg chg="del">
          <ac:chgData name="Nareed Hashem" userId="b94ed9c5-3008-429e-9c6a-c439b5985c30" providerId="ADAL" clId="{3619CFC9-A0C8-4A2C-9653-BE8A2CB93C58}" dt="2023-03-04T17:34:47.054" v="764"/>
          <ac:spMkLst>
            <pc:docMk/>
            <pc:sldMk cId="3945645176" sldId="274"/>
            <ac:spMk id="12" creationId="{23D9B6CF-87DD-47C7-B38D-7C5353D4DC9D}"/>
          </ac:spMkLst>
        </pc:spChg>
        <pc:spChg chg="del">
          <ac:chgData name="Nareed Hashem" userId="b94ed9c5-3008-429e-9c6a-c439b5985c30" providerId="ADAL" clId="{3619CFC9-A0C8-4A2C-9653-BE8A2CB93C58}" dt="2023-03-04T17:34:47.054" v="764"/>
          <ac:spMkLst>
            <pc:docMk/>
            <pc:sldMk cId="3945645176" sldId="274"/>
            <ac:spMk id="14" creationId="{EFE2328B-DA12-4B90-BD82-3CCF13AF6C83}"/>
          </ac:spMkLst>
        </pc:spChg>
        <pc:spChg chg="del">
          <ac:chgData name="Nareed Hashem" userId="b94ed9c5-3008-429e-9c6a-c439b5985c30" providerId="ADAL" clId="{3619CFC9-A0C8-4A2C-9653-BE8A2CB93C58}" dt="2023-03-04T17:34:47.054" v="764"/>
          <ac:spMkLst>
            <pc:docMk/>
            <pc:sldMk cId="3945645176" sldId="274"/>
            <ac:spMk id="16" creationId="{F77FF0B6-332F-4842-A5F8-EA360BD5FF84}"/>
          </ac:spMkLst>
        </pc:spChg>
        <pc:graphicFrameChg chg="mod modGraphic">
          <ac:chgData name="Nareed Hashem" userId="b94ed9c5-3008-429e-9c6a-c439b5985c30" providerId="ADAL" clId="{3619CFC9-A0C8-4A2C-9653-BE8A2CB93C58}" dt="2023-03-04T18:13:18.163" v="1871"/>
          <ac:graphicFrameMkLst>
            <pc:docMk/>
            <pc:sldMk cId="3945645176" sldId="274"/>
            <ac:graphicFrameMk id="7" creationId="{5E09FD71-9B07-132B-9EA6-CB75BA349FB9}"/>
          </ac:graphicFrameMkLst>
        </pc:graphicFrameChg>
      </pc:sldChg>
      <pc:sldChg chg="addSp delSp modSp new add del mod setBg modAnim">
        <pc:chgData name="Nareed Hashem" userId="b94ed9c5-3008-429e-9c6a-c439b5985c30" providerId="ADAL" clId="{3619CFC9-A0C8-4A2C-9653-BE8A2CB93C58}" dt="2023-03-12T15:25:41.115" v="3642" actId="2696"/>
        <pc:sldMkLst>
          <pc:docMk/>
          <pc:sldMk cId="1365154853" sldId="275"/>
        </pc:sldMkLst>
        <pc:spChg chg="mod">
          <ac:chgData name="Nareed Hashem" userId="b94ed9c5-3008-429e-9c6a-c439b5985c30" providerId="ADAL" clId="{3619CFC9-A0C8-4A2C-9653-BE8A2CB93C58}" dt="2023-03-10T21:00:07.006" v="3451" actId="1076"/>
          <ac:spMkLst>
            <pc:docMk/>
            <pc:sldMk cId="1365154853" sldId="275"/>
            <ac:spMk id="2" creationId="{F4C46BB9-0B47-665A-67FE-E2AC179288CE}"/>
          </ac:spMkLst>
        </pc:spChg>
        <pc:spChg chg="mod">
          <ac:chgData name="Nareed Hashem" userId="b94ed9c5-3008-429e-9c6a-c439b5985c30" providerId="ADAL" clId="{3619CFC9-A0C8-4A2C-9653-BE8A2CB93C58}" dt="2023-03-11T20:51:19.744" v="3620"/>
          <ac:spMkLst>
            <pc:docMk/>
            <pc:sldMk cId="1365154853" sldId="275"/>
            <ac:spMk id="3" creationId="{4658FB0E-1D25-77C6-3C87-26B61765B0EF}"/>
          </ac:spMkLst>
        </pc:spChg>
        <pc:spChg chg="add del mod">
          <ac:chgData name="Nareed Hashem" userId="b94ed9c5-3008-429e-9c6a-c439b5985c30" providerId="ADAL" clId="{3619CFC9-A0C8-4A2C-9653-BE8A2CB93C58}" dt="2023-03-10T21:00:02.270" v="3449"/>
          <ac:spMkLst>
            <pc:docMk/>
            <pc:sldMk cId="1365154853" sldId="275"/>
            <ac:spMk id="5" creationId="{2D14A5CB-7EC6-4E9B-24FE-32325EF0AF27}"/>
          </ac:spMkLst>
        </pc:spChg>
        <pc:spChg chg="add del">
          <ac:chgData name="Nareed Hashem" userId="b94ed9c5-3008-429e-9c6a-c439b5985c30" providerId="ADAL" clId="{3619CFC9-A0C8-4A2C-9653-BE8A2CB93C58}" dt="2023-03-04T17:56:45.367" v="1414" actId="22"/>
          <ac:spMkLst>
            <pc:docMk/>
            <pc:sldMk cId="1365154853" sldId="275"/>
            <ac:spMk id="5" creationId="{6EEBE299-A04A-F090-0B26-CE9BEFB6F3AC}"/>
          </ac:spMkLst>
        </pc:spChg>
        <pc:spChg chg="add del">
          <ac:chgData name="Nareed Hashem" userId="b94ed9c5-3008-429e-9c6a-c439b5985c30" providerId="ADAL" clId="{3619CFC9-A0C8-4A2C-9653-BE8A2CB93C58}" dt="2023-03-10T21:00:04.043" v="3450" actId="478"/>
          <ac:spMkLst>
            <pc:docMk/>
            <pc:sldMk cId="1365154853" sldId="275"/>
            <ac:spMk id="6" creationId="{C7F9C455-4763-F64D-4638-FA39CB13DB41}"/>
          </ac:spMkLst>
        </pc:spChg>
        <pc:spChg chg="add mod">
          <ac:chgData name="Nareed Hashem" userId="b94ed9c5-3008-429e-9c6a-c439b5985c30" providerId="ADAL" clId="{3619CFC9-A0C8-4A2C-9653-BE8A2CB93C58}" dt="2023-03-04T18:04:53.203" v="1606" actId="1076"/>
          <ac:spMkLst>
            <pc:docMk/>
            <pc:sldMk cId="1365154853" sldId="275"/>
            <ac:spMk id="7" creationId="{BCB79D47-8CB3-B796-F5D5-3EC1F7AE6279}"/>
          </ac:spMkLst>
        </pc:spChg>
        <pc:spChg chg="add del">
          <ac:chgData name="Nareed Hashem" userId="b94ed9c5-3008-429e-9c6a-c439b5985c30" providerId="ADAL" clId="{3619CFC9-A0C8-4A2C-9653-BE8A2CB93C58}" dt="2023-03-04T18:04:32.134" v="1594" actId="26606"/>
          <ac:spMkLst>
            <pc:docMk/>
            <pc:sldMk cId="1365154853" sldId="275"/>
            <ac:spMk id="10" creationId="{6515FC82-3453-4CBE-8895-4CCFF339529E}"/>
          </ac:spMkLst>
        </pc:spChg>
        <pc:spChg chg="add del">
          <ac:chgData name="Nareed Hashem" userId="b94ed9c5-3008-429e-9c6a-c439b5985c30" providerId="ADAL" clId="{3619CFC9-A0C8-4A2C-9653-BE8A2CB93C58}" dt="2023-03-04T17:57:55.631" v="1423" actId="26606"/>
          <ac:spMkLst>
            <pc:docMk/>
            <pc:sldMk cId="1365154853" sldId="275"/>
            <ac:spMk id="11" creationId="{C966A4D4-049A-4389-B407-0E7091A07C8D}"/>
          </ac:spMkLst>
        </pc:spChg>
        <pc:spChg chg="add del">
          <ac:chgData name="Nareed Hashem" userId="b94ed9c5-3008-429e-9c6a-c439b5985c30" providerId="ADAL" clId="{3619CFC9-A0C8-4A2C-9653-BE8A2CB93C58}" dt="2023-03-04T18:04:32.134" v="1594" actId="26606"/>
          <ac:spMkLst>
            <pc:docMk/>
            <pc:sldMk cId="1365154853" sldId="275"/>
            <ac:spMk id="12" creationId="{C5FD847B-65C0-4027-8DFC-70CB424514F8}"/>
          </ac:spMkLst>
        </pc:spChg>
        <pc:spChg chg="add del">
          <ac:chgData name="Nareed Hashem" userId="b94ed9c5-3008-429e-9c6a-c439b5985c30" providerId="ADAL" clId="{3619CFC9-A0C8-4A2C-9653-BE8A2CB93C58}" dt="2023-03-04T17:57:55.631" v="1423" actId="26606"/>
          <ac:spMkLst>
            <pc:docMk/>
            <pc:sldMk cId="1365154853" sldId="275"/>
            <ac:spMk id="13" creationId="{B5899359-8523-4D4D-B568-3FDFAF9821C7}"/>
          </ac:spMkLst>
        </pc:spChg>
        <pc:spChg chg="add del">
          <ac:chgData name="Nareed Hashem" userId="b94ed9c5-3008-429e-9c6a-c439b5985c30" providerId="ADAL" clId="{3619CFC9-A0C8-4A2C-9653-BE8A2CB93C58}" dt="2023-03-04T18:04:41.047" v="1597" actId="26606"/>
          <ac:spMkLst>
            <pc:docMk/>
            <pc:sldMk cId="1365154853" sldId="275"/>
            <ac:spMk id="14" creationId="{1660E788-AFA9-4A1B-9991-6AA74632A15B}"/>
          </ac:spMkLst>
        </pc:spChg>
        <pc:spChg chg="add del">
          <ac:chgData name="Nareed Hashem" userId="b94ed9c5-3008-429e-9c6a-c439b5985c30" providerId="ADAL" clId="{3619CFC9-A0C8-4A2C-9653-BE8A2CB93C58}" dt="2023-03-04T17:57:55.631" v="1423" actId="26606"/>
          <ac:spMkLst>
            <pc:docMk/>
            <pc:sldMk cId="1365154853" sldId="275"/>
            <ac:spMk id="15" creationId="{2E9C9585-DA89-4D7E-BCDF-576461A1A2D9}"/>
          </ac:spMkLst>
        </pc:spChg>
        <pc:spChg chg="add del">
          <ac:chgData name="Nareed Hashem" userId="b94ed9c5-3008-429e-9c6a-c439b5985c30" providerId="ADAL" clId="{3619CFC9-A0C8-4A2C-9653-BE8A2CB93C58}" dt="2023-03-04T18:04:41.047" v="1597" actId="26606"/>
          <ac:spMkLst>
            <pc:docMk/>
            <pc:sldMk cId="1365154853" sldId="275"/>
            <ac:spMk id="16" creationId="{867D4867-5BA7-4462-B2F6-A23F4A622AA7}"/>
          </ac:spMkLst>
        </pc:spChg>
        <pc:spChg chg="add">
          <ac:chgData name="Nareed Hashem" userId="b94ed9c5-3008-429e-9c6a-c439b5985c30" providerId="ADAL" clId="{3619CFC9-A0C8-4A2C-9653-BE8A2CB93C58}" dt="2023-03-04T18:04:43.303" v="1601" actId="26606"/>
          <ac:spMkLst>
            <pc:docMk/>
            <pc:sldMk cId="1365154853" sldId="275"/>
            <ac:spMk id="17" creationId="{2E9C9585-DA89-4D7E-BCDF-576461A1A2D9}"/>
          </ac:spMkLst>
        </pc:spChg>
        <pc:spChg chg="add del">
          <ac:chgData name="Nareed Hashem" userId="b94ed9c5-3008-429e-9c6a-c439b5985c30" providerId="ADAL" clId="{3619CFC9-A0C8-4A2C-9653-BE8A2CB93C58}" dt="2023-03-04T18:04:43.224" v="1600" actId="26606"/>
          <ac:spMkLst>
            <pc:docMk/>
            <pc:sldMk cId="1365154853" sldId="275"/>
            <ac:spMk id="18" creationId="{C966A4D4-049A-4389-B407-0E7091A07C8D}"/>
          </ac:spMkLst>
        </pc:spChg>
        <pc:spChg chg="add del">
          <ac:chgData name="Nareed Hashem" userId="b94ed9c5-3008-429e-9c6a-c439b5985c30" providerId="ADAL" clId="{3619CFC9-A0C8-4A2C-9653-BE8A2CB93C58}" dt="2023-03-04T18:04:43.224" v="1600" actId="26606"/>
          <ac:spMkLst>
            <pc:docMk/>
            <pc:sldMk cId="1365154853" sldId="275"/>
            <ac:spMk id="19" creationId="{B5899359-8523-4D4D-B568-3FDFAF9821C7}"/>
          </ac:spMkLst>
        </pc:spChg>
        <pc:spChg chg="add del">
          <ac:chgData name="Nareed Hashem" userId="b94ed9c5-3008-429e-9c6a-c439b5985c30" providerId="ADAL" clId="{3619CFC9-A0C8-4A2C-9653-BE8A2CB93C58}" dt="2023-03-04T18:04:43.224" v="1600" actId="26606"/>
          <ac:spMkLst>
            <pc:docMk/>
            <pc:sldMk cId="1365154853" sldId="275"/>
            <ac:spMk id="20" creationId="{2E9C9585-DA89-4D7E-BCDF-576461A1A2D9}"/>
          </ac:spMkLst>
        </pc:spChg>
        <pc:spChg chg="add">
          <ac:chgData name="Nareed Hashem" userId="b94ed9c5-3008-429e-9c6a-c439b5985c30" providerId="ADAL" clId="{3619CFC9-A0C8-4A2C-9653-BE8A2CB93C58}" dt="2023-03-04T18:04:43.303" v="1601" actId="26606"/>
          <ac:spMkLst>
            <pc:docMk/>
            <pc:sldMk cId="1365154853" sldId="275"/>
            <ac:spMk id="22" creationId="{C966A4D4-049A-4389-B407-0E7091A07C8D}"/>
          </ac:spMkLst>
        </pc:spChg>
        <pc:spChg chg="add">
          <ac:chgData name="Nareed Hashem" userId="b94ed9c5-3008-429e-9c6a-c439b5985c30" providerId="ADAL" clId="{3619CFC9-A0C8-4A2C-9653-BE8A2CB93C58}" dt="2023-03-04T18:04:43.303" v="1601" actId="26606"/>
          <ac:spMkLst>
            <pc:docMk/>
            <pc:sldMk cId="1365154853" sldId="275"/>
            <ac:spMk id="23" creationId="{B5899359-8523-4D4D-B568-3FDFAF9821C7}"/>
          </ac:spMkLst>
        </pc:spChg>
        <pc:graphicFrameChg chg="add del mod modGraphic">
          <ac:chgData name="Nareed Hashem" userId="b94ed9c5-3008-429e-9c6a-c439b5985c30" providerId="ADAL" clId="{3619CFC9-A0C8-4A2C-9653-BE8A2CB93C58}" dt="2023-03-04T18:01:29.699" v="1500" actId="478"/>
          <ac:graphicFrameMkLst>
            <pc:docMk/>
            <pc:sldMk cId="1365154853" sldId="275"/>
            <ac:graphicFrameMk id="6" creationId="{68420ED5-7617-EE67-99B3-50DA89A69A7D}"/>
          </ac:graphicFrameMkLst>
        </pc:graphicFrameChg>
        <pc:graphicFrameChg chg="add del">
          <ac:chgData name="Nareed Hashem" userId="b94ed9c5-3008-429e-9c6a-c439b5985c30" providerId="ADAL" clId="{3619CFC9-A0C8-4A2C-9653-BE8A2CB93C58}" dt="2023-03-04T18:04:41.047" v="1597" actId="26606"/>
          <ac:graphicFrameMkLst>
            <pc:docMk/>
            <pc:sldMk cId="1365154853" sldId="275"/>
            <ac:graphicFrameMk id="8" creationId="{2D3119FA-3F38-C0E3-E0FA-3F1AA90029B5}"/>
          </ac:graphicFrameMkLst>
        </pc:graphicFrameChg>
      </pc:sldChg>
      <pc:sldChg chg="addSp delSp add del setBg delDesignElem">
        <pc:chgData name="Nareed Hashem" userId="b94ed9c5-3008-429e-9c6a-c439b5985c30" providerId="ADAL" clId="{3619CFC9-A0C8-4A2C-9653-BE8A2CB93C58}" dt="2023-03-04T17:51:09.676" v="1327"/>
        <pc:sldMkLst>
          <pc:docMk/>
          <pc:sldMk cId="2895151744" sldId="275"/>
        </pc:sldMkLst>
        <pc:spChg chg="add del">
          <ac:chgData name="Nareed Hashem" userId="b94ed9c5-3008-429e-9c6a-c439b5985c30" providerId="ADAL" clId="{3619CFC9-A0C8-4A2C-9653-BE8A2CB93C58}" dt="2023-03-04T17:51:09.676" v="1327"/>
          <ac:spMkLst>
            <pc:docMk/>
            <pc:sldMk cId="2895151744" sldId="275"/>
            <ac:spMk id="12" creationId="{23D9B6CF-87DD-47C7-B38D-7C5353D4DC9D}"/>
          </ac:spMkLst>
        </pc:spChg>
        <pc:spChg chg="add del">
          <ac:chgData name="Nareed Hashem" userId="b94ed9c5-3008-429e-9c6a-c439b5985c30" providerId="ADAL" clId="{3619CFC9-A0C8-4A2C-9653-BE8A2CB93C58}" dt="2023-03-04T17:51:09.676" v="1327"/>
          <ac:spMkLst>
            <pc:docMk/>
            <pc:sldMk cId="2895151744" sldId="275"/>
            <ac:spMk id="14" creationId="{EFE2328B-DA12-4B90-BD82-3CCF13AF6C83}"/>
          </ac:spMkLst>
        </pc:spChg>
        <pc:spChg chg="add del">
          <ac:chgData name="Nareed Hashem" userId="b94ed9c5-3008-429e-9c6a-c439b5985c30" providerId="ADAL" clId="{3619CFC9-A0C8-4A2C-9653-BE8A2CB93C58}" dt="2023-03-04T17:51:09.676" v="1327"/>
          <ac:spMkLst>
            <pc:docMk/>
            <pc:sldMk cId="2895151744" sldId="275"/>
            <ac:spMk id="16" creationId="{F77FF0B6-332F-4842-A5F8-EA360BD5FF84}"/>
          </ac:spMkLst>
        </pc:spChg>
      </pc:sldChg>
      <pc:sldChg chg="addSp delSp modSp add del mod setBg modAnim delDesignElem">
        <pc:chgData name="Nareed Hashem" userId="b94ed9c5-3008-429e-9c6a-c439b5985c30" providerId="ADAL" clId="{3619CFC9-A0C8-4A2C-9653-BE8A2CB93C58}" dt="2023-03-04T17:53:21.012" v="1361" actId="47"/>
        <pc:sldMkLst>
          <pc:docMk/>
          <pc:sldMk cId="4173733051" sldId="275"/>
        </pc:sldMkLst>
        <pc:spChg chg="add del">
          <ac:chgData name="Nareed Hashem" userId="b94ed9c5-3008-429e-9c6a-c439b5985c30" providerId="ADAL" clId="{3619CFC9-A0C8-4A2C-9653-BE8A2CB93C58}" dt="2023-03-04T17:51:39.725" v="1339" actId="22"/>
          <ac:spMkLst>
            <pc:docMk/>
            <pc:sldMk cId="4173733051" sldId="275"/>
            <ac:spMk id="3" creationId="{D529733C-250B-9074-6D4E-0CD4BC14640D}"/>
          </ac:spMkLst>
        </pc:spChg>
        <pc:spChg chg="mod">
          <ac:chgData name="Nareed Hashem" userId="b94ed9c5-3008-429e-9c6a-c439b5985c30" providerId="ADAL" clId="{3619CFC9-A0C8-4A2C-9653-BE8A2CB93C58}" dt="2023-03-04T17:51:28.167" v="1336"/>
          <ac:spMkLst>
            <pc:docMk/>
            <pc:sldMk cId="4173733051" sldId="275"/>
            <ac:spMk id="4" creationId="{8585D727-1A3D-4362-90C1-C15508D315B3}"/>
          </ac:spMkLst>
        </pc:spChg>
        <pc:spChg chg="mod">
          <ac:chgData name="Nareed Hashem" userId="b94ed9c5-3008-429e-9c6a-c439b5985c30" providerId="ADAL" clId="{3619CFC9-A0C8-4A2C-9653-BE8A2CB93C58}" dt="2023-03-04T17:51:24.184" v="1334" actId="14100"/>
          <ac:spMkLst>
            <pc:docMk/>
            <pc:sldMk cId="4173733051" sldId="275"/>
            <ac:spMk id="5" creationId="{7B1D588D-6B25-75D6-BE40-99A00CF47602}"/>
          </ac:spMkLst>
        </pc:spChg>
        <pc:spChg chg="add del">
          <ac:chgData name="Nareed Hashem" userId="b94ed9c5-3008-429e-9c6a-c439b5985c30" providerId="ADAL" clId="{3619CFC9-A0C8-4A2C-9653-BE8A2CB93C58}" dt="2023-03-04T17:51:44.228" v="1341" actId="22"/>
          <ac:spMkLst>
            <pc:docMk/>
            <pc:sldMk cId="4173733051" sldId="275"/>
            <ac:spMk id="8" creationId="{B6FA2602-9F66-AA54-B88A-911C9D283F9A}"/>
          </ac:spMkLst>
        </pc:spChg>
        <pc:spChg chg="add del">
          <ac:chgData name="Nareed Hashem" userId="b94ed9c5-3008-429e-9c6a-c439b5985c30" providerId="ADAL" clId="{3619CFC9-A0C8-4A2C-9653-BE8A2CB93C58}" dt="2023-03-04T17:51:54.651" v="1344" actId="22"/>
          <ac:spMkLst>
            <pc:docMk/>
            <pc:sldMk cId="4173733051" sldId="275"/>
            <ac:spMk id="10" creationId="{FF4DDAC3-BD50-A74F-5FA6-4015BCED44E6}"/>
          </ac:spMkLst>
        </pc:spChg>
        <pc:spChg chg="add mod">
          <ac:chgData name="Nareed Hashem" userId="b94ed9c5-3008-429e-9c6a-c439b5985c30" providerId="ADAL" clId="{3619CFC9-A0C8-4A2C-9653-BE8A2CB93C58}" dt="2023-03-04T17:52:00.179" v="1346"/>
          <ac:spMkLst>
            <pc:docMk/>
            <pc:sldMk cId="4173733051" sldId="275"/>
            <ac:spMk id="11" creationId="{C76583F7-E22B-A0E6-6701-0B503CE3EAAC}"/>
          </ac:spMkLst>
        </pc:spChg>
        <pc:spChg chg="del">
          <ac:chgData name="Nareed Hashem" userId="b94ed9c5-3008-429e-9c6a-c439b5985c30" providerId="ADAL" clId="{3619CFC9-A0C8-4A2C-9653-BE8A2CB93C58}" dt="2023-03-04T17:51:13.605" v="1329"/>
          <ac:spMkLst>
            <pc:docMk/>
            <pc:sldMk cId="4173733051" sldId="275"/>
            <ac:spMk id="12" creationId="{23D9B6CF-87DD-47C7-B38D-7C5353D4DC9D}"/>
          </ac:spMkLst>
        </pc:spChg>
        <pc:spChg chg="add del mod">
          <ac:chgData name="Nareed Hashem" userId="b94ed9c5-3008-429e-9c6a-c439b5985c30" providerId="ADAL" clId="{3619CFC9-A0C8-4A2C-9653-BE8A2CB93C58}" dt="2023-03-04T17:52:15.183" v="1348"/>
          <ac:spMkLst>
            <pc:docMk/>
            <pc:sldMk cId="4173733051" sldId="275"/>
            <ac:spMk id="13" creationId="{CEA8CC5C-C91C-D7CD-31D1-7E67A29735BA}"/>
          </ac:spMkLst>
        </pc:spChg>
        <pc:spChg chg="del">
          <ac:chgData name="Nareed Hashem" userId="b94ed9c5-3008-429e-9c6a-c439b5985c30" providerId="ADAL" clId="{3619CFC9-A0C8-4A2C-9653-BE8A2CB93C58}" dt="2023-03-04T17:51:13.605" v="1329"/>
          <ac:spMkLst>
            <pc:docMk/>
            <pc:sldMk cId="4173733051" sldId="275"/>
            <ac:spMk id="14" creationId="{EFE2328B-DA12-4B90-BD82-3CCF13AF6C83}"/>
          </ac:spMkLst>
        </pc:spChg>
        <pc:spChg chg="del">
          <ac:chgData name="Nareed Hashem" userId="b94ed9c5-3008-429e-9c6a-c439b5985c30" providerId="ADAL" clId="{3619CFC9-A0C8-4A2C-9653-BE8A2CB93C58}" dt="2023-03-04T17:51:13.605" v="1329"/>
          <ac:spMkLst>
            <pc:docMk/>
            <pc:sldMk cId="4173733051" sldId="275"/>
            <ac:spMk id="16" creationId="{F77FF0B6-332F-4842-A5F8-EA360BD5FF84}"/>
          </ac:spMkLst>
        </pc:spChg>
        <pc:graphicFrameChg chg="del">
          <ac:chgData name="Nareed Hashem" userId="b94ed9c5-3008-429e-9c6a-c439b5985c30" providerId="ADAL" clId="{3619CFC9-A0C8-4A2C-9653-BE8A2CB93C58}" dt="2023-03-04T17:51:34.899" v="1337" actId="478"/>
          <ac:graphicFrameMkLst>
            <pc:docMk/>
            <pc:sldMk cId="4173733051" sldId="275"/>
            <ac:graphicFrameMk id="7" creationId="{5E09FD71-9B07-132B-9EA6-CB75BA349FB9}"/>
          </ac:graphicFrameMkLst>
        </pc:graphicFrameChg>
      </pc:sldChg>
      <pc:sldChg chg="addSp delSp modSp new add del mod modAnim">
        <pc:chgData name="Nareed Hashem" userId="b94ed9c5-3008-429e-9c6a-c439b5985c30" providerId="ADAL" clId="{3619CFC9-A0C8-4A2C-9653-BE8A2CB93C58}" dt="2023-03-12T16:40:01.073" v="4009"/>
        <pc:sldMkLst>
          <pc:docMk/>
          <pc:sldMk cId="3529792026" sldId="276"/>
        </pc:sldMkLst>
        <pc:spChg chg="mod">
          <ac:chgData name="Nareed Hashem" userId="b94ed9c5-3008-429e-9c6a-c439b5985c30" providerId="ADAL" clId="{3619CFC9-A0C8-4A2C-9653-BE8A2CB93C58}" dt="2023-03-04T18:15:35.907" v="1917" actId="1076"/>
          <ac:spMkLst>
            <pc:docMk/>
            <pc:sldMk cId="3529792026" sldId="276"/>
            <ac:spMk id="2" creationId="{0B5F2732-6C8E-B1D6-22CC-2EC60585B497}"/>
          </ac:spMkLst>
        </pc:spChg>
        <pc:spChg chg="mod">
          <ac:chgData name="Nareed Hashem" userId="b94ed9c5-3008-429e-9c6a-c439b5985c30" providerId="ADAL" clId="{3619CFC9-A0C8-4A2C-9653-BE8A2CB93C58}" dt="2023-03-04T18:15:38.380" v="1918" actId="1076"/>
          <ac:spMkLst>
            <pc:docMk/>
            <pc:sldMk cId="3529792026" sldId="276"/>
            <ac:spMk id="3" creationId="{ACDEB9AD-A5FA-5F22-81E9-0439F0709A2B}"/>
          </ac:spMkLst>
        </pc:spChg>
        <pc:spChg chg="add del">
          <ac:chgData name="Nareed Hashem" userId="b94ed9c5-3008-429e-9c6a-c439b5985c30" providerId="ADAL" clId="{3619CFC9-A0C8-4A2C-9653-BE8A2CB93C58}" dt="2023-03-04T18:10:33.277" v="1741" actId="22"/>
          <ac:spMkLst>
            <pc:docMk/>
            <pc:sldMk cId="3529792026" sldId="276"/>
            <ac:spMk id="5" creationId="{26102D36-8A3C-8E65-6F49-E24796DBE6EE}"/>
          </ac:spMkLst>
        </pc:spChg>
        <pc:spChg chg="add mod">
          <ac:chgData name="Nareed Hashem" userId="b94ed9c5-3008-429e-9c6a-c439b5985c30" providerId="ADAL" clId="{3619CFC9-A0C8-4A2C-9653-BE8A2CB93C58}" dt="2023-03-04T18:15:44.055" v="1921" actId="14100"/>
          <ac:spMkLst>
            <pc:docMk/>
            <pc:sldMk cId="3529792026" sldId="276"/>
            <ac:spMk id="7" creationId="{08C1944A-D100-433C-5DC5-F9204E094B8B}"/>
          </ac:spMkLst>
        </pc:spChg>
        <pc:graphicFrameChg chg="add mod modGraphic">
          <ac:chgData name="Nareed Hashem" userId="b94ed9c5-3008-429e-9c6a-c439b5985c30" providerId="ADAL" clId="{3619CFC9-A0C8-4A2C-9653-BE8A2CB93C58}" dt="2023-03-12T16:40:01.073" v="4009"/>
          <ac:graphicFrameMkLst>
            <pc:docMk/>
            <pc:sldMk cId="3529792026" sldId="276"/>
            <ac:graphicFrameMk id="6" creationId="{C30C4A8C-C5A2-62FF-F730-26F608B6FC52}"/>
          </ac:graphicFrameMkLst>
        </pc:graphicFrameChg>
      </pc:sldChg>
      <pc:sldChg chg="addSp delSp modSp new mod modClrScheme chgLayout">
        <pc:chgData name="Nareed Hashem" userId="b94ed9c5-3008-429e-9c6a-c439b5985c30" providerId="ADAL" clId="{3619CFC9-A0C8-4A2C-9653-BE8A2CB93C58}" dt="2023-03-10T20:46:44.461" v="3195" actId="14100"/>
        <pc:sldMkLst>
          <pc:docMk/>
          <pc:sldMk cId="2782006922" sldId="277"/>
        </pc:sldMkLst>
        <pc:spChg chg="mod ord">
          <ac:chgData name="Nareed Hashem" userId="b94ed9c5-3008-429e-9c6a-c439b5985c30" providerId="ADAL" clId="{3619CFC9-A0C8-4A2C-9653-BE8A2CB93C58}" dt="2023-03-10T20:46:28.532" v="3183" actId="700"/>
          <ac:spMkLst>
            <pc:docMk/>
            <pc:sldMk cId="2782006922" sldId="277"/>
            <ac:spMk id="2" creationId="{FA4F3441-D99E-C37A-3FA9-FD5051A68BF2}"/>
          </ac:spMkLst>
        </pc:spChg>
        <pc:spChg chg="mod ord">
          <ac:chgData name="Nareed Hashem" userId="b94ed9c5-3008-429e-9c6a-c439b5985c30" providerId="ADAL" clId="{3619CFC9-A0C8-4A2C-9653-BE8A2CB93C58}" dt="2023-03-10T20:46:44.461" v="3195" actId="14100"/>
          <ac:spMkLst>
            <pc:docMk/>
            <pc:sldMk cId="2782006922" sldId="277"/>
            <ac:spMk id="3" creationId="{A0A30E92-FE93-C199-49D9-13C4BC8F086E}"/>
          </ac:spMkLst>
        </pc:spChg>
        <pc:spChg chg="del mod">
          <ac:chgData name="Nareed Hashem" userId="b94ed9c5-3008-429e-9c6a-c439b5985c30" providerId="ADAL" clId="{3619CFC9-A0C8-4A2C-9653-BE8A2CB93C58}" dt="2023-03-04T18:18:02.392" v="1934" actId="478"/>
          <ac:spMkLst>
            <pc:docMk/>
            <pc:sldMk cId="2782006922" sldId="277"/>
            <ac:spMk id="4" creationId="{802C2031-0C11-6B15-3E84-5E7BE3A5E1D2}"/>
          </ac:spMkLst>
        </pc:spChg>
        <pc:spChg chg="add mod ord">
          <ac:chgData name="Nareed Hashem" userId="b94ed9c5-3008-429e-9c6a-c439b5985c30" providerId="ADAL" clId="{3619CFC9-A0C8-4A2C-9653-BE8A2CB93C58}" dt="2023-03-10T20:46:40.465" v="3192" actId="27636"/>
          <ac:spMkLst>
            <pc:docMk/>
            <pc:sldMk cId="2782006922" sldId="277"/>
            <ac:spMk id="4" creationId="{976DF135-3053-9C04-4CA2-E5D5B6613D17}"/>
          </ac:spMkLst>
        </pc:spChg>
      </pc:sldChg>
      <pc:sldChg chg="addSp delSp modSp new mod">
        <pc:chgData name="Nareed Hashem" userId="b94ed9c5-3008-429e-9c6a-c439b5985c30" providerId="ADAL" clId="{3619CFC9-A0C8-4A2C-9653-BE8A2CB93C58}" dt="2023-03-14T20:23:00.781" v="5296" actId="20577"/>
        <pc:sldMkLst>
          <pc:docMk/>
          <pc:sldMk cId="1612288256" sldId="278"/>
        </pc:sldMkLst>
        <pc:spChg chg="del">
          <ac:chgData name="Nareed Hashem" userId="b94ed9c5-3008-429e-9c6a-c439b5985c30" providerId="ADAL" clId="{3619CFC9-A0C8-4A2C-9653-BE8A2CB93C58}" dt="2023-03-10T18:40:46.132" v="2058" actId="478"/>
          <ac:spMkLst>
            <pc:docMk/>
            <pc:sldMk cId="1612288256" sldId="278"/>
            <ac:spMk id="2" creationId="{29A857EF-3CF4-2070-AE54-BDE6E4CDF454}"/>
          </ac:spMkLst>
        </pc:spChg>
        <pc:spChg chg="del">
          <ac:chgData name="Nareed Hashem" userId="b94ed9c5-3008-429e-9c6a-c439b5985c30" providerId="ADAL" clId="{3619CFC9-A0C8-4A2C-9653-BE8A2CB93C58}" dt="2023-03-10T18:33:06.407" v="1979"/>
          <ac:spMkLst>
            <pc:docMk/>
            <pc:sldMk cId="1612288256" sldId="278"/>
            <ac:spMk id="3" creationId="{F3D955F6-7C87-E884-73D1-AC67C42BE785}"/>
          </ac:spMkLst>
        </pc:spChg>
        <pc:spChg chg="add del mod">
          <ac:chgData name="Nareed Hashem" userId="b94ed9c5-3008-429e-9c6a-c439b5985c30" providerId="ADAL" clId="{3619CFC9-A0C8-4A2C-9653-BE8A2CB93C58}" dt="2023-03-10T20:41:36.504" v="3068" actId="21"/>
          <ac:spMkLst>
            <pc:docMk/>
            <pc:sldMk cId="1612288256" sldId="278"/>
            <ac:spMk id="6" creationId="{0B6819F2-BB01-3C43-4ABE-ADDBB762BF66}"/>
          </ac:spMkLst>
        </pc:spChg>
        <pc:graphicFrameChg chg="add mod modGraphic">
          <ac:chgData name="Nareed Hashem" userId="b94ed9c5-3008-429e-9c6a-c439b5985c30" providerId="ADAL" clId="{3619CFC9-A0C8-4A2C-9653-BE8A2CB93C58}" dt="2023-03-14T20:23:00.781" v="5296" actId="20577"/>
          <ac:graphicFrameMkLst>
            <pc:docMk/>
            <pc:sldMk cId="1612288256" sldId="278"/>
            <ac:graphicFrameMk id="4" creationId="{3CC317BA-4467-ECE0-21F3-8EB3BFA40CFA}"/>
          </ac:graphicFrameMkLst>
        </pc:graphicFrameChg>
      </pc:sldChg>
      <pc:sldChg chg="addSp delSp modSp new add del mod">
        <pc:chgData name="Nareed Hashem" userId="b94ed9c5-3008-429e-9c6a-c439b5985c30" providerId="ADAL" clId="{3619CFC9-A0C8-4A2C-9653-BE8A2CB93C58}" dt="2023-03-12T15:25:41.115" v="3642" actId="2696"/>
        <pc:sldMkLst>
          <pc:docMk/>
          <pc:sldMk cId="495794636" sldId="279"/>
        </pc:sldMkLst>
        <pc:spChg chg="mod">
          <ac:chgData name="Nareed Hashem" userId="b94ed9c5-3008-429e-9c6a-c439b5985c30" providerId="ADAL" clId="{3619CFC9-A0C8-4A2C-9653-BE8A2CB93C58}" dt="2023-03-10T20:50:15.944" v="3255" actId="20577"/>
          <ac:spMkLst>
            <pc:docMk/>
            <pc:sldMk cId="495794636" sldId="279"/>
            <ac:spMk id="2" creationId="{82D370ED-E0B7-23B7-26B3-32373FB669C8}"/>
          </ac:spMkLst>
        </pc:spChg>
        <pc:spChg chg="mod">
          <ac:chgData name="Nareed Hashem" userId="b94ed9c5-3008-429e-9c6a-c439b5985c30" providerId="ADAL" clId="{3619CFC9-A0C8-4A2C-9653-BE8A2CB93C58}" dt="2023-03-10T20:57:34.359" v="3440" actId="20577"/>
          <ac:spMkLst>
            <pc:docMk/>
            <pc:sldMk cId="495794636" sldId="279"/>
            <ac:spMk id="3" creationId="{6D3623CB-3DAC-DFC0-F576-77349D58BA6C}"/>
          </ac:spMkLst>
        </pc:spChg>
        <pc:spChg chg="add del mod">
          <ac:chgData name="Nareed Hashem" userId="b94ed9c5-3008-429e-9c6a-c439b5985c30" providerId="ADAL" clId="{3619CFC9-A0C8-4A2C-9653-BE8A2CB93C58}" dt="2023-03-10T20:55:06.116" v="3323"/>
          <ac:spMkLst>
            <pc:docMk/>
            <pc:sldMk cId="495794636" sldId="279"/>
            <ac:spMk id="4" creationId="{6A300844-1175-8A93-1574-8FFDEC1B2ACD}"/>
          </ac:spMkLst>
        </pc:spChg>
        <pc:spChg chg="add del">
          <ac:chgData name="Nareed Hashem" userId="b94ed9c5-3008-429e-9c6a-c439b5985c30" providerId="ADAL" clId="{3619CFC9-A0C8-4A2C-9653-BE8A2CB93C58}" dt="2023-03-10T20:51:37.892" v="3320"/>
          <ac:spMkLst>
            <pc:docMk/>
            <pc:sldMk cId="495794636" sldId="279"/>
            <ac:spMk id="5" creationId="{0B4CA6FB-2F8D-1F51-875A-61446D30BE0C}"/>
          </ac:spMkLst>
        </pc:spChg>
        <pc:spChg chg="add del mod">
          <ac:chgData name="Nareed Hashem" userId="b94ed9c5-3008-429e-9c6a-c439b5985c30" providerId="ADAL" clId="{3619CFC9-A0C8-4A2C-9653-BE8A2CB93C58}" dt="2023-03-10T20:57:05.644" v="3432" actId="478"/>
          <ac:spMkLst>
            <pc:docMk/>
            <pc:sldMk cId="495794636" sldId="279"/>
            <ac:spMk id="6" creationId="{838BE647-4BB3-554C-D257-6A8BEAF08C2B}"/>
          </ac:spMkLst>
        </pc:spChg>
      </pc:sldChg>
      <pc:sldChg chg="modSp add del mod">
        <pc:chgData name="Nareed Hashem" userId="b94ed9c5-3008-429e-9c6a-c439b5985c30" providerId="ADAL" clId="{3619CFC9-A0C8-4A2C-9653-BE8A2CB93C58}" dt="2023-03-12T15:25:45.893" v="3644" actId="2696"/>
        <pc:sldMkLst>
          <pc:docMk/>
          <pc:sldMk cId="1714718958" sldId="280"/>
        </pc:sldMkLst>
        <pc:graphicFrameChg chg="mod modGraphic">
          <ac:chgData name="Nareed Hashem" userId="b94ed9c5-3008-429e-9c6a-c439b5985c30" providerId="ADAL" clId="{3619CFC9-A0C8-4A2C-9653-BE8A2CB93C58}" dt="2023-03-11T20:59:49.008" v="3639" actId="20577"/>
          <ac:graphicFrameMkLst>
            <pc:docMk/>
            <pc:sldMk cId="1714718958" sldId="280"/>
            <ac:graphicFrameMk id="4" creationId="{3CC317BA-4467-ECE0-21F3-8EB3BFA40CFA}"/>
          </ac:graphicFrameMkLst>
        </pc:graphicFrameChg>
      </pc:sldChg>
      <pc:sldChg chg="addSp delSp modSp new mod setBg setClrOvrMap chgLayout">
        <pc:chgData name="Nareed Hashem" userId="b94ed9c5-3008-429e-9c6a-c439b5985c30" providerId="ADAL" clId="{3619CFC9-A0C8-4A2C-9653-BE8A2CB93C58}" dt="2023-03-12T15:40:07.113" v="3711" actId="1076"/>
        <pc:sldMkLst>
          <pc:docMk/>
          <pc:sldMk cId="2022976011" sldId="280"/>
        </pc:sldMkLst>
        <pc:spChg chg="mod ord">
          <ac:chgData name="Nareed Hashem" userId="b94ed9c5-3008-429e-9c6a-c439b5985c30" providerId="ADAL" clId="{3619CFC9-A0C8-4A2C-9653-BE8A2CB93C58}" dt="2023-03-12T15:39:52.980" v="3708" actId="26606"/>
          <ac:spMkLst>
            <pc:docMk/>
            <pc:sldMk cId="2022976011" sldId="280"/>
            <ac:spMk id="2" creationId="{5EBA1271-11E8-5969-8DA4-4A0569BD65F5}"/>
          </ac:spMkLst>
        </pc:spChg>
        <pc:spChg chg="del mod">
          <ac:chgData name="Nareed Hashem" userId="b94ed9c5-3008-429e-9c6a-c439b5985c30" providerId="ADAL" clId="{3619CFC9-A0C8-4A2C-9653-BE8A2CB93C58}" dt="2023-03-12T15:37:44.413" v="3679" actId="26606"/>
          <ac:spMkLst>
            <pc:docMk/>
            <pc:sldMk cId="2022976011" sldId="280"/>
            <ac:spMk id="3" creationId="{28DC6530-D96A-C1A7-3598-F3213D0C391A}"/>
          </ac:spMkLst>
        </pc:spChg>
        <pc:spChg chg="add del mod">
          <ac:chgData name="Nareed Hashem" userId="b94ed9c5-3008-429e-9c6a-c439b5985c30" providerId="ADAL" clId="{3619CFC9-A0C8-4A2C-9653-BE8A2CB93C58}" dt="2023-03-12T15:38:14.624" v="3681"/>
          <ac:spMkLst>
            <pc:docMk/>
            <pc:sldMk cId="2022976011" sldId="280"/>
            <ac:spMk id="7" creationId="{158B4F8B-C65D-1392-38C3-171A6B8926CE}"/>
          </ac:spMkLst>
        </pc:spChg>
        <pc:spChg chg="add del">
          <ac:chgData name="Nareed Hashem" userId="b94ed9c5-3008-429e-9c6a-c439b5985c30" providerId="ADAL" clId="{3619CFC9-A0C8-4A2C-9653-BE8A2CB93C58}" dt="2023-03-12T15:38:18.199" v="3685" actId="26606"/>
          <ac:spMkLst>
            <pc:docMk/>
            <pc:sldMk cId="2022976011" sldId="280"/>
            <ac:spMk id="10" creationId="{EC7FF834-B204-4967-8D47-8BB36EAF0EF5}"/>
          </ac:spMkLst>
        </pc:spChg>
        <pc:spChg chg="add del">
          <ac:chgData name="Nareed Hashem" userId="b94ed9c5-3008-429e-9c6a-c439b5985c30" providerId="ADAL" clId="{3619CFC9-A0C8-4A2C-9653-BE8A2CB93C58}" dt="2023-03-12T15:38:18.199" v="3685" actId="26606"/>
          <ac:spMkLst>
            <pc:docMk/>
            <pc:sldMk cId="2022976011" sldId="280"/>
            <ac:spMk id="12" creationId="{F780A22D-61EA-43E3-BD94-3E39CF902160}"/>
          </ac:spMkLst>
        </pc:spChg>
        <pc:spChg chg="add mod">
          <ac:chgData name="Nareed Hashem" userId="b94ed9c5-3008-429e-9c6a-c439b5985c30" providerId="ADAL" clId="{3619CFC9-A0C8-4A2C-9653-BE8A2CB93C58}" dt="2023-03-12T15:39:20.069" v="3691" actId="21"/>
          <ac:spMkLst>
            <pc:docMk/>
            <pc:sldMk cId="2022976011" sldId="280"/>
            <ac:spMk id="13" creationId="{E56D9DDD-2F15-131B-3B66-9F6DC0D7E50C}"/>
          </ac:spMkLst>
        </pc:spChg>
        <pc:spChg chg="add mod ord">
          <ac:chgData name="Nareed Hashem" userId="b94ed9c5-3008-429e-9c6a-c439b5985c30" providerId="ADAL" clId="{3619CFC9-A0C8-4A2C-9653-BE8A2CB93C58}" dt="2023-03-12T15:39:52.980" v="3708" actId="26606"/>
          <ac:spMkLst>
            <pc:docMk/>
            <pc:sldMk cId="2022976011" sldId="280"/>
            <ac:spMk id="14" creationId="{1F33B874-9C3C-BE2F-7B95-845A1D6BAAD1}"/>
          </ac:spMkLst>
        </pc:spChg>
        <pc:spChg chg="add del">
          <ac:chgData name="Nareed Hashem" userId="b94ed9c5-3008-429e-9c6a-c439b5985c30" providerId="ADAL" clId="{3619CFC9-A0C8-4A2C-9653-BE8A2CB93C58}" dt="2023-03-12T15:39:49.009" v="3703" actId="26606"/>
          <ac:spMkLst>
            <pc:docMk/>
            <pc:sldMk cId="2022976011" sldId="280"/>
            <ac:spMk id="16" creationId="{3ED03601-4724-4293-A32A-3A0879C5D491}"/>
          </ac:spMkLst>
        </pc:spChg>
        <pc:spChg chg="add del">
          <ac:chgData name="Nareed Hashem" userId="b94ed9c5-3008-429e-9c6a-c439b5985c30" providerId="ADAL" clId="{3619CFC9-A0C8-4A2C-9653-BE8A2CB93C58}" dt="2023-03-12T15:39:10.254" v="3689" actId="26606"/>
          <ac:spMkLst>
            <pc:docMk/>
            <pc:sldMk cId="2022976011" sldId="280"/>
            <ac:spMk id="17" creationId="{EC7FF834-B204-4967-8D47-8BB36EAF0EF5}"/>
          </ac:spMkLst>
        </pc:spChg>
        <pc:spChg chg="add del">
          <ac:chgData name="Nareed Hashem" userId="b94ed9c5-3008-429e-9c6a-c439b5985c30" providerId="ADAL" clId="{3619CFC9-A0C8-4A2C-9653-BE8A2CB93C58}" dt="2023-03-12T15:39:52.821" v="3707" actId="26606"/>
          <ac:spMkLst>
            <pc:docMk/>
            <pc:sldMk cId="2022976011" sldId="280"/>
            <ac:spMk id="18" creationId="{3ED03601-4724-4293-A32A-3A0879C5D491}"/>
          </ac:spMkLst>
        </pc:spChg>
        <pc:spChg chg="add del">
          <ac:chgData name="Nareed Hashem" userId="b94ed9c5-3008-429e-9c6a-c439b5985c30" providerId="ADAL" clId="{3619CFC9-A0C8-4A2C-9653-BE8A2CB93C58}" dt="2023-03-12T15:39:10.254" v="3689" actId="26606"/>
          <ac:spMkLst>
            <pc:docMk/>
            <pc:sldMk cId="2022976011" sldId="280"/>
            <ac:spMk id="19" creationId="{F780A22D-61EA-43E3-BD94-3E39CF902160}"/>
          </ac:spMkLst>
        </pc:spChg>
        <pc:spChg chg="add del">
          <ac:chgData name="Nareed Hashem" userId="b94ed9c5-3008-429e-9c6a-c439b5985c30" providerId="ADAL" clId="{3619CFC9-A0C8-4A2C-9653-BE8A2CB93C58}" dt="2023-03-12T15:39:52.821" v="3707" actId="26606"/>
          <ac:spMkLst>
            <pc:docMk/>
            <pc:sldMk cId="2022976011" sldId="280"/>
            <ac:spMk id="20" creationId="{5E433AC3-E189-483B-9E8C-DFD5D2A18641}"/>
          </ac:spMkLst>
        </pc:spChg>
        <pc:spChg chg="add del">
          <ac:chgData name="Nareed Hashem" userId="b94ed9c5-3008-429e-9c6a-c439b5985c30" providerId="ADAL" clId="{3619CFC9-A0C8-4A2C-9653-BE8A2CB93C58}" dt="2023-03-12T15:39:49.009" v="3703" actId="26606"/>
          <ac:spMkLst>
            <pc:docMk/>
            <pc:sldMk cId="2022976011" sldId="280"/>
            <ac:spMk id="21" creationId="{5E433AC3-E189-483B-9E8C-DFD5D2A18641}"/>
          </ac:spMkLst>
        </pc:spChg>
        <pc:spChg chg="add">
          <ac:chgData name="Nareed Hashem" userId="b94ed9c5-3008-429e-9c6a-c439b5985c30" providerId="ADAL" clId="{3619CFC9-A0C8-4A2C-9653-BE8A2CB93C58}" dt="2023-03-12T15:39:52.980" v="3708" actId="26606"/>
          <ac:spMkLst>
            <pc:docMk/>
            <pc:sldMk cId="2022976011" sldId="280"/>
            <ac:spMk id="22" creationId="{EC7FF834-B204-4967-8D47-8BB36EAF0EF5}"/>
          </ac:spMkLst>
        </pc:spChg>
        <pc:spChg chg="add">
          <ac:chgData name="Nareed Hashem" userId="b94ed9c5-3008-429e-9c6a-c439b5985c30" providerId="ADAL" clId="{3619CFC9-A0C8-4A2C-9653-BE8A2CB93C58}" dt="2023-03-12T15:39:52.980" v="3708" actId="26606"/>
          <ac:spMkLst>
            <pc:docMk/>
            <pc:sldMk cId="2022976011" sldId="280"/>
            <ac:spMk id="23" creationId="{F780A22D-61EA-43E3-BD94-3E39CF902160}"/>
          </ac:spMkLst>
        </pc:spChg>
        <pc:picChg chg="add del mod">
          <ac:chgData name="Nareed Hashem" userId="b94ed9c5-3008-429e-9c6a-c439b5985c30" providerId="ADAL" clId="{3619CFC9-A0C8-4A2C-9653-BE8A2CB93C58}" dt="2023-03-12T15:38:14.038" v="3680" actId="478"/>
          <ac:picMkLst>
            <pc:docMk/>
            <pc:sldMk cId="2022976011" sldId="280"/>
            <ac:picMk id="5" creationId="{00C29F75-731A-6D00-43CB-16F5786C3817}"/>
          </ac:picMkLst>
        </pc:picChg>
        <pc:picChg chg="add mod ord">
          <ac:chgData name="Nareed Hashem" userId="b94ed9c5-3008-429e-9c6a-c439b5985c30" providerId="ADAL" clId="{3619CFC9-A0C8-4A2C-9653-BE8A2CB93C58}" dt="2023-03-12T15:40:07.113" v="3711" actId="1076"/>
          <ac:picMkLst>
            <pc:docMk/>
            <pc:sldMk cId="2022976011" sldId="280"/>
            <ac:picMk id="9" creationId="{2A1E78A3-8958-8605-62C8-89C28F704B19}"/>
          </ac:picMkLst>
        </pc:picChg>
      </pc:sldChg>
      <pc:sldChg chg="modSp new mod">
        <pc:chgData name="Nareed Hashem" userId="b94ed9c5-3008-429e-9c6a-c439b5985c30" providerId="ADAL" clId="{3619CFC9-A0C8-4A2C-9653-BE8A2CB93C58}" dt="2023-03-12T16:40:13.331" v="4016" actId="207"/>
        <pc:sldMkLst>
          <pc:docMk/>
          <pc:sldMk cId="3159617142" sldId="281"/>
        </pc:sldMkLst>
        <pc:spChg chg="mod">
          <ac:chgData name="Nareed Hashem" userId="b94ed9c5-3008-429e-9c6a-c439b5985c30" providerId="ADAL" clId="{3619CFC9-A0C8-4A2C-9653-BE8A2CB93C58}" dt="2023-03-12T15:40:37.640" v="3715" actId="20577"/>
          <ac:spMkLst>
            <pc:docMk/>
            <pc:sldMk cId="3159617142" sldId="281"/>
            <ac:spMk id="2" creationId="{A116DC52-E5A5-7A97-11E1-8DB869F69039}"/>
          </ac:spMkLst>
        </pc:spChg>
        <pc:spChg chg="mod">
          <ac:chgData name="Nareed Hashem" userId="b94ed9c5-3008-429e-9c6a-c439b5985c30" providerId="ADAL" clId="{3619CFC9-A0C8-4A2C-9653-BE8A2CB93C58}" dt="2023-03-12T16:40:13.331" v="4016" actId="207"/>
          <ac:spMkLst>
            <pc:docMk/>
            <pc:sldMk cId="3159617142" sldId="281"/>
            <ac:spMk id="3" creationId="{D7A24B1F-E9A6-2B47-85A5-D1761151E8B9}"/>
          </ac:spMkLst>
        </pc:spChg>
      </pc:sldChg>
      <pc:sldChg chg="addSp delSp modSp new mod">
        <pc:chgData name="Nareed Hashem" userId="b94ed9c5-3008-429e-9c6a-c439b5985c30" providerId="ADAL" clId="{3619CFC9-A0C8-4A2C-9653-BE8A2CB93C58}" dt="2023-03-12T16:45:10.740" v="4074" actId="1076"/>
        <pc:sldMkLst>
          <pc:docMk/>
          <pc:sldMk cId="2342401634" sldId="282"/>
        </pc:sldMkLst>
        <pc:spChg chg="mod">
          <ac:chgData name="Nareed Hashem" userId="b94ed9c5-3008-429e-9c6a-c439b5985c30" providerId="ADAL" clId="{3619CFC9-A0C8-4A2C-9653-BE8A2CB93C58}" dt="2023-03-12T16:42:51.652" v="4044" actId="1076"/>
          <ac:spMkLst>
            <pc:docMk/>
            <pc:sldMk cId="2342401634" sldId="282"/>
            <ac:spMk id="2" creationId="{FEB8AFFD-26CE-6855-79A6-8909A44ABAFF}"/>
          </ac:spMkLst>
        </pc:spChg>
        <pc:spChg chg="del">
          <ac:chgData name="Nareed Hashem" userId="b94ed9c5-3008-429e-9c6a-c439b5985c30" providerId="ADAL" clId="{3619CFC9-A0C8-4A2C-9653-BE8A2CB93C58}" dt="2023-03-12T16:41:14.166" v="4018" actId="22"/>
          <ac:spMkLst>
            <pc:docMk/>
            <pc:sldMk cId="2342401634" sldId="282"/>
            <ac:spMk id="3" creationId="{82BC418B-37B9-CD11-9221-4CDB9F705BA4}"/>
          </ac:spMkLst>
        </pc:spChg>
        <pc:spChg chg="add mod">
          <ac:chgData name="Nareed Hashem" userId="b94ed9c5-3008-429e-9c6a-c439b5985c30" providerId="ADAL" clId="{3619CFC9-A0C8-4A2C-9653-BE8A2CB93C58}" dt="2023-03-12T16:45:06.272" v="4072" actId="1076"/>
          <ac:spMkLst>
            <pc:docMk/>
            <pc:sldMk cId="2342401634" sldId="282"/>
            <ac:spMk id="6" creationId="{79A28DA9-DDA0-806A-B02E-BF4719BB555E}"/>
          </ac:spMkLst>
        </pc:spChg>
        <pc:spChg chg="add mod">
          <ac:chgData name="Nareed Hashem" userId="b94ed9c5-3008-429e-9c6a-c439b5985c30" providerId="ADAL" clId="{3619CFC9-A0C8-4A2C-9653-BE8A2CB93C58}" dt="2023-03-12T16:45:04.108" v="4071" actId="1076"/>
          <ac:spMkLst>
            <pc:docMk/>
            <pc:sldMk cId="2342401634" sldId="282"/>
            <ac:spMk id="7" creationId="{12F1EC7D-A38D-8F2C-3B22-C9B498F65F36}"/>
          </ac:spMkLst>
        </pc:spChg>
        <pc:picChg chg="add mod ord modCrop">
          <ac:chgData name="Nareed Hashem" userId="b94ed9c5-3008-429e-9c6a-c439b5985c30" providerId="ADAL" clId="{3619CFC9-A0C8-4A2C-9653-BE8A2CB93C58}" dt="2023-03-12T16:45:10.740" v="4074" actId="1076"/>
          <ac:picMkLst>
            <pc:docMk/>
            <pc:sldMk cId="2342401634" sldId="282"/>
            <ac:picMk id="5" creationId="{067A6195-7DE1-5768-2AEA-1B154AA9DFEF}"/>
          </ac:picMkLst>
        </pc:picChg>
        <pc:picChg chg="add mod modCrop">
          <ac:chgData name="Nareed Hashem" userId="b94ed9c5-3008-429e-9c6a-c439b5985c30" providerId="ADAL" clId="{3619CFC9-A0C8-4A2C-9653-BE8A2CB93C58}" dt="2023-03-12T16:45:07.396" v="4073" actId="1076"/>
          <ac:picMkLst>
            <pc:docMk/>
            <pc:sldMk cId="2342401634" sldId="282"/>
            <ac:picMk id="8" creationId="{B1A4C176-8593-9929-ABCC-7BE1C20CC4E4}"/>
          </ac:picMkLst>
        </pc:picChg>
      </pc:sldChg>
      <pc:sldChg chg="addSp delSp modSp new mod setBg">
        <pc:chgData name="Nareed Hashem" userId="b94ed9c5-3008-429e-9c6a-c439b5985c30" providerId="ADAL" clId="{3619CFC9-A0C8-4A2C-9653-BE8A2CB93C58}" dt="2023-03-12T16:51:28.535" v="4271" actId="1076"/>
        <pc:sldMkLst>
          <pc:docMk/>
          <pc:sldMk cId="616072509" sldId="283"/>
        </pc:sldMkLst>
        <pc:spChg chg="mod">
          <ac:chgData name="Nareed Hashem" userId="b94ed9c5-3008-429e-9c6a-c439b5985c30" providerId="ADAL" clId="{3619CFC9-A0C8-4A2C-9653-BE8A2CB93C58}" dt="2023-03-12T16:51:20.548" v="4266" actId="26606"/>
          <ac:spMkLst>
            <pc:docMk/>
            <pc:sldMk cId="616072509" sldId="283"/>
            <ac:spMk id="2" creationId="{93EC43EC-DE52-4169-E08F-DE250B487077}"/>
          </ac:spMkLst>
        </pc:spChg>
        <pc:spChg chg="add del mod">
          <ac:chgData name="Nareed Hashem" userId="b94ed9c5-3008-429e-9c6a-c439b5985c30" providerId="ADAL" clId="{3619CFC9-A0C8-4A2C-9653-BE8A2CB93C58}" dt="2023-03-12T16:50:15.115" v="4249" actId="478"/>
          <ac:spMkLst>
            <pc:docMk/>
            <pc:sldMk cId="616072509" sldId="283"/>
            <ac:spMk id="3" creationId="{E5D3D2D4-F825-FF61-E88B-9E6CAA84C11D}"/>
          </ac:spMkLst>
        </pc:spChg>
        <pc:spChg chg="add">
          <ac:chgData name="Nareed Hashem" userId="b94ed9c5-3008-429e-9c6a-c439b5985c30" providerId="ADAL" clId="{3619CFC9-A0C8-4A2C-9653-BE8A2CB93C58}" dt="2023-03-12T16:51:20.548" v="4266" actId="26606"/>
          <ac:spMkLst>
            <pc:docMk/>
            <pc:sldMk cId="616072509" sldId="283"/>
            <ac:spMk id="9" creationId="{7AD7C5BE-418C-4A44-91BF-28E411F75BCA}"/>
          </ac:spMkLst>
        </pc:spChg>
        <pc:spChg chg="add del">
          <ac:chgData name="Nareed Hashem" userId="b94ed9c5-3008-429e-9c6a-c439b5985c30" providerId="ADAL" clId="{3619CFC9-A0C8-4A2C-9653-BE8A2CB93C58}" dt="2023-03-12T16:51:08.765" v="4258" actId="26606"/>
          <ac:spMkLst>
            <pc:docMk/>
            <pc:sldMk cId="616072509" sldId="283"/>
            <ac:spMk id="12" creationId="{7AD7C5BE-418C-4A44-91BF-28E411F75BCA}"/>
          </ac:spMkLst>
        </pc:spChg>
        <pc:spChg chg="add del">
          <ac:chgData name="Nareed Hashem" userId="b94ed9c5-3008-429e-9c6a-c439b5985c30" providerId="ADAL" clId="{3619CFC9-A0C8-4A2C-9653-BE8A2CB93C58}" dt="2023-03-12T16:51:09.495" v="4260" actId="26606"/>
          <ac:spMkLst>
            <pc:docMk/>
            <pc:sldMk cId="616072509" sldId="283"/>
            <ac:spMk id="14" creationId="{6EDED847-34F1-4353-AA83-1525E9E40671}"/>
          </ac:spMkLst>
        </pc:spChg>
        <pc:spChg chg="add del">
          <ac:chgData name="Nareed Hashem" userId="b94ed9c5-3008-429e-9c6a-c439b5985c30" providerId="ADAL" clId="{3619CFC9-A0C8-4A2C-9653-BE8A2CB93C58}" dt="2023-03-12T16:51:13.399" v="4262" actId="26606"/>
          <ac:spMkLst>
            <pc:docMk/>
            <pc:sldMk cId="616072509" sldId="283"/>
            <ac:spMk id="16" creationId="{3ED03601-4724-4293-A32A-3A0879C5D491}"/>
          </ac:spMkLst>
        </pc:spChg>
        <pc:spChg chg="add del">
          <ac:chgData name="Nareed Hashem" userId="b94ed9c5-3008-429e-9c6a-c439b5985c30" providerId="ADAL" clId="{3619CFC9-A0C8-4A2C-9653-BE8A2CB93C58}" dt="2023-03-12T16:51:13.399" v="4262" actId="26606"/>
          <ac:spMkLst>
            <pc:docMk/>
            <pc:sldMk cId="616072509" sldId="283"/>
            <ac:spMk id="17" creationId="{5E433AC3-E189-483B-9E8C-DFD5D2A18641}"/>
          </ac:spMkLst>
        </pc:spChg>
        <pc:graphicFrameChg chg="add del mod modGraphic">
          <ac:chgData name="Nareed Hashem" userId="b94ed9c5-3008-429e-9c6a-c439b5985c30" providerId="ADAL" clId="{3619CFC9-A0C8-4A2C-9653-BE8A2CB93C58}" dt="2023-03-12T16:50:50.177" v="4255" actId="478"/>
          <ac:graphicFrameMkLst>
            <pc:docMk/>
            <pc:sldMk cId="616072509" sldId="283"/>
            <ac:graphicFrameMk id="4" creationId="{9A090A9C-F1BA-8E01-FD7E-1B01FEF5A135}"/>
          </ac:graphicFrameMkLst>
        </pc:graphicFrameChg>
        <pc:graphicFrameChg chg="add del mod">
          <ac:chgData name="Nareed Hashem" userId="b94ed9c5-3008-429e-9c6a-c439b5985c30" providerId="ADAL" clId="{3619CFC9-A0C8-4A2C-9653-BE8A2CB93C58}" dt="2023-03-12T16:50:13.886" v="4248"/>
          <ac:graphicFrameMkLst>
            <pc:docMk/>
            <pc:sldMk cId="616072509" sldId="283"/>
            <ac:graphicFrameMk id="5" creationId="{1AB6A088-DA05-437A-18DC-7D7451B47467}"/>
          </ac:graphicFrameMkLst>
        </pc:graphicFrameChg>
        <pc:picChg chg="add mod">
          <ac:chgData name="Nareed Hashem" userId="b94ed9c5-3008-429e-9c6a-c439b5985c30" providerId="ADAL" clId="{3619CFC9-A0C8-4A2C-9653-BE8A2CB93C58}" dt="2023-03-12T16:51:28.535" v="4271" actId="1076"/>
          <ac:picMkLst>
            <pc:docMk/>
            <pc:sldMk cId="616072509" sldId="283"/>
            <ac:picMk id="7" creationId="{973DCD68-A528-ACAE-2A94-F9C05AFB17D7}"/>
          </ac:picMkLst>
        </pc:picChg>
      </pc:sldChg>
      <pc:sldChg chg="addSp delSp modSp new mod">
        <pc:chgData name="Nareed Hashem" userId="b94ed9c5-3008-429e-9c6a-c439b5985c30" providerId="ADAL" clId="{3619CFC9-A0C8-4A2C-9653-BE8A2CB93C58}" dt="2023-03-12T17:16:15.012" v="5143" actId="27636"/>
        <pc:sldMkLst>
          <pc:docMk/>
          <pc:sldMk cId="3073732827" sldId="284"/>
        </pc:sldMkLst>
        <pc:spChg chg="mod">
          <ac:chgData name="Nareed Hashem" userId="b94ed9c5-3008-429e-9c6a-c439b5985c30" providerId="ADAL" clId="{3619CFC9-A0C8-4A2C-9653-BE8A2CB93C58}" dt="2023-03-12T17:16:15.012" v="5143" actId="27636"/>
          <ac:spMkLst>
            <pc:docMk/>
            <pc:sldMk cId="3073732827" sldId="284"/>
            <ac:spMk id="2" creationId="{D80D5CB6-5FF5-5F59-9A4B-C4E28CC9DF55}"/>
          </ac:spMkLst>
        </pc:spChg>
        <pc:spChg chg="add del">
          <ac:chgData name="Nareed Hashem" userId="b94ed9c5-3008-429e-9c6a-c439b5985c30" providerId="ADAL" clId="{3619CFC9-A0C8-4A2C-9653-BE8A2CB93C58}" dt="2023-03-12T16:52:22.250" v="4285" actId="3680"/>
          <ac:spMkLst>
            <pc:docMk/>
            <pc:sldMk cId="3073732827" sldId="284"/>
            <ac:spMk id="3" creationId="{640AE7B6-016A-7497-353E-4CE9A1D46C3A}"/>
          </ac:spMkLst>
        </pc:spChg>
        <pc:spChg chg="add del mod">
          <ac:chgData name="Nareed Hashem" userId="b94ed9c5-3008-429e-9c6a-c439b5985c30" providerId="ADAL" clId="{3619CFC9-A0C8-4A2C-9653-BE8A2CB93C58}" dt="2023-03-12T16:52:15.192" v="4284"/>
          <ac:spMkLst>
            <pc:docMk/>
            <pc:sldMk cId="3073732827" sldId="284"/>
            <ac:spMk id="4" creationId="{197B4715-2C86-2E81-BDB6-2035BEAF7AFC}"/>
          </ac:spMkLst>
        </pc:spChg>
        <pc:graphicFrameChg chg="add mod ord modGraphic">
          <ac:chgData name="Nareed Hashem" userId="b94ed9c5-3008-429e-9c6a-c439b5985c30" providerId="ADAL" clId="{3619CFC9-A0C8-4A2C-9653-BE8A2CB93C58}" dt="2023-03-12T17:16:05.034" v="5141" actId="20577"/>
          <ac:graphicFrameMkLst>
            <pc:docMk/>
            <pc:sldMk cId="3073732827" sldId="284"/>
            <ac:graphicFrameMk id="5" creationId="{D3F7FB18-1A9C-F4FC-1BCA-090710006B86}"/>
          </ac:graphicFrameMkLst>
        </pc:graphicFrameChg>
      </pc:sldChg>
      <pc:sldChg chg="addSp delSp modSp new mod">
        <pc:chgData name="Nareed Hashem" userId="b94ed9c5-3008-429e-9c6a-c439b5985c30" providerId="ADAL" clId="{3619CFC9-A0C8-4A2C-9653-BE8A2CB93C58}" dt="2023-03-19T07:10:46.226" v="5728" actId="20577"/>
        <pc:sldMkLst>
          <pc:docMk/>
          <pc:sldMk cId="932879783" sldId="285"/>
        </pc:sldMkLst>
        <pc:spChg chg="mod">
          <ac:chgData name="Nareed Hashem" userId="b94ed9c5-3008-429e-9c6a-c439b5985c30" providerId="ADAL" clId="{3619CFC9-A0C8-4A2C-9653-BE8A2CB93C58}" dt="2023-03-12T17:13:01.056" v="4796" actId="20577"/>
          <ac:spMkLst>
            <pc:docMk/>
            <pc:sldMk cId="932879783" sldId="285"/>
            <ac:spMk id="2" creationId="{48F641FD-E580-37A7-58A8-C2E78DFD4C22}"/>
          </ac:spMkLst>
        </pc:spChg>
        <pc:spChg chg="mod">
          <ac:chgData name="Nareed Hashem" userId="b94ed9c5-3008-429e-9c6a-c439b5985c30" providerId="ADAL" clId="{3619CFC9-A0C8-4A2C-9653-BE8A2CB93C58}" dt="2023-03-19T07:10:46.226" v="5728" actId="20577"/>
          <ac:spMkLst>
            <pc:docMk/>
            <pc:sldMk cId="932879783" sldId="285"/>
            <ac:spMk id="3" creationId="{E1787D02-CF6A-8774-4675-EB30B1151C26}"/>
          </ac:spMkLst>
        </pc:spChg>
        <pc:picChg chg="add del mod">
          <ac:chgData name="Nareed Hashem" userId="b94ed9c5-3008-429e-9c6a-c439b5985c30" providerId="ADAL" clId="{3619CFC9-A0C8-4A2C-9653-BE8A2CB93C58}" dt="2023-03-19T07:07:02.713" v="5505" actId="478"/>
          <ac:picMkLst>
            <pc:docMk/>
            <pc:sldMk cId="932879783" sldId="285"/>
            <ac:picMk id="5" creationId="{4DF9CAC2-46EB-CD72-914A-7ED20E94C3A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8DB106A-50AF-4BE5-AD24-04433B5DEA4E}" type="datetime1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C4B79F2-7C6A-497B-9A4A-8ACE18746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3425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5C2B379-4265-42DF-B017-D2E0AFF95448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62A795-6F94-4A96-B820-B9038480D048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664950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your classroom colours different to what you see in this template? That’s OK! Click on Design -&gt; Variants (the down arrow) -&gt; Pick the colour scheme that works for you!</a:t>
            </a:r>
          </a:p>
          <a:p>
            <a:pPr rtl="0"/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rtl="0"/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Feel free to change any “You will…” and “I will…” statements to ensure that they align with your classroom procedures and rules!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262A795-6F94-4A96-B820-B9038480D048}" type="slidenum">
              <a:rPr lang="en-GB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fld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54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1AE212-ED11-48E8-8434-5C7DFB947E63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5664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BB1852-ABE2-4072-BA0C-89A0DFE92DBA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3342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C18FAB6-D33F-441E-AFA7-4F7EDFB63584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84550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8075AD5-B135-4FB4-911E-371258A47570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3511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D7E9E9-2910-424D-A6A9-E0E50E70F828}" type="datetime1">
              <a:rPr lang="en-GB" noProof="0" smtClean="0"/>
              <a:t>29/04/2026</a:t>
            </a:fld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604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9CD1AFC-BAE9-4F4A-BEF4-B93A21680EE4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3641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F999ADD-BE5C-49C1-A079-AE812157468C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2723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681AFE3-9AA2-4AE7-9269-3B5E8C1BBF6A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8774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rtl="0"/>
            <a:fld id="{E14FD361-7548-4898-8E78-208A173F99C3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292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5ABC4B-A7C0-480B-A376-96B8F70942E6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93492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E663FD1-9CD7-4EA6-8C57-1108878F9232}" type="datetime1">
              <a:rPr lang="en-GB" noProof="0" smtClean="0"/>
              <a:t>29/04/2026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936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fld id="{A2D7E9E9-2910-424D-A6A9-E0E50E70F828}" type="datetime1">
              <a:rPr lang="en-GB" noProof="0" smtClean="0"/>
              <a:t>29/04/2026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rtl="0"/>
            <a:fld id="{6D22F896-40B5-4ADD-8801-0D06FADFA09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3887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bar-plot-in-matplotlib/" TargetMode="External"/><Relationship Id="rId7" Type="http://schemas.openxmlformats.org/officeDocument/2006/relationships/hyperlink" Target="https://www.geeksforgeeks.org/box-plot-in-python-using-matplotlib/" TargetMode="External"/><Relationship Id="rId2" Type="http://schemas.openxmlformats.org/officeDocument/2006/relationships/hyperlink" Target="https://www.geeksforgeeks.org/line-chart-in-matplotlib-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lot-a-pie-chart-in-python-using-matplotlib/?ref=gcse" TargetMode="External"/><Relationship Id="rId5" Type="http://schemas.openxmlformats.org/officeDocument/2006/relationships/hyperlink" Target="https://www.geeksforgeeks.org/matplotlib-pyplot-scatter-in-python/" TargetMode="External"/><Relationship Id="rId4" Type="http://schemas.openxmlformats.org/officeDocument/2006/relationships/hyperlink" Target="https://www.geeksforgeeks.org/matplotlib-pyplot-hist-in-python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D3AAA-17BE-9E47-9C3C-949814636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7BBD7-1885-D447-B87C-4E387F064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BACC3F0-9BE2-104F-AF24-741A34729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2637"/>
            <a:ext cx="12196384" cy="615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141FDF-C878-E043-9601-6521928003EE}"/>
              </a:ext>
            </a:extLst>
          </p:cNvPr>
          <p:cNvSpPr txBox="1"/>
          <p:nvPr/>
        </p:nvSpPr>
        <p:spPr>
          <a:xfrm>
            <a:off x="0" y="198091"/>
            <a:ext cx="349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en-US" dirty="0"/>
              <a:t>Google analytics – number of clicks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8115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1F489-B701-4C74-9747-27C8656A8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6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Python Matplotlib</a:t>
            </a:r>
          </a:p>
        </p:txBody>
      </p:sp>
    </p:spTree>
    <p:extLst>
      <p:ext uri="{BB962C8B-B14F-4D97-AF65-F5344CB8AC3E}">
        <p14:creationId xmlns:p14="http://schemas.microsoft.com/office/powerpoint/2010/main" val="616906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F06E0-518D-459B-853B-A95D4208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300">
                <a:solidFill>
                  <a:srgbClr val="FFFFFF"/>
                </a:solidFill>
              </a:rPr>
              <a:t>What is Matplotlib?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DDF62-42DE-1B69-4328-BF0A13434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450" y="809625"/>
            <a:ext cx="5934075" cy="559117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/>
              <a:t>Matplotlib is a low-level graph plotting library in python that serves as a visualization utility created by John D. Hunter. Matplotlib is open source, and we can use it freely.</a:t>
            </a:r>
          </a:p>
          <a:p>
            <a:pPr marL="0" indent="0">
              <a:buNone/>
            </a:pPr>
            <a:r>
              <a:rPr lang="en-US" sz="2200" dirty="0"/>
              <a:t>Matplotlib is mostly written in python, a few segments are written in C, Objective-C and </a:t>
            </a:r>
            <a:r>
              <a:rPr lang="en-US" sz="2200" dirty="0" err="1"/>
              <a:t>Javascript</a:t>
            </a:r>
            <a:r>
              <a:rPr lang="en-US" sz="2200" dirty="0"/>
              <a:t> for Platform compatibility.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200" b="1" spc="-150" dirty="0">
                <a:solidFill>
                  <a:schemeClr val="accent3"/>
                </a:solidFill>
                <a:latin typeface="Courier New" panose="02070309020205020404" pitchFamily="49" charset="0"/>
              </a:rPr>
              <a:t>import matplotlib</a:t>
            </a:r>
            <a:endParaRPr lang="en-US" sz="2200" b="1" dirty="0">
              <a:solidFill>
                <a:schemeClr val="accent3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084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EAFD-9AC6-708A-AA04-5355C87DD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Pyplot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2219B-B3B8-5A1F-5B03-CAE8C2E1A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9882" y="2638044"/>
            <a:ext cx="4553802" cy="3440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Pyplot</a:t>
            </a:r>
            <a:r>
              <a:rPr lang="en-US"/>
              <a:t> provides functions that interact with the figure.</a:t>
            </a:r>
          </a:p>
          <a:p>
            <a:pPr marL="0" indent="0">
              <a:buNone/>
            </a:pPr>
            <a:r>
              <a:rPr lang="en-US"/>
              <a:t>Each function makes some change to a figure: e.g., creates a figure, creates a plotting area in a figure, plots some lines in a plotting area, decorates the plot with labels, etc.</a:t>
            </a:r>
          </a:p>
          <a:p>
            <a:pPr marL="0" indent="0">
              <a:buNone/>
            </a:pPr>
            <a:r>
              <a:rPr lang="en-US"/>
              <a:t>The various plots we can utilize using Pyplot are Line Plot, Histogram, Scatter, 3D Plot, Image, Contour, and Polar.</a:t>
            </a:r>
          </a:p>
          <a:p>
            <a:r>
              <a:rPr lang="en-US" sz="1600" b="1">
                <a:solidFill>
                  <a:schemeClr val="accent3"/>
                </a:solidFill>
                <a:latin typeface="Courier New" panose="02070309020205020404" pitchFamily="49" charset="0"/>
              </a:rPr>
              <a:t>Import matplotlib.pyplot as plt</a:t>
            </a:r>
            <a:endParaRPr lang="en-US" sz="1600" b="1" dirty="0">
              <a:solidFill>
                <a:schemeClr val="accent3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7A08F3-0B9D-41A6-25FF-10E3F078A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638043"/>
            <a:ext cx="4553803" cy="344002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/>
              <a:t>Figure -</a:t>
            </a:r>
            <a:r>
              <a:rPr lang="en-US"/>
              <a:t> It is a whole figure which contains one or more than one axes or plots.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Axes -</a:t>
            </a:r>
            <a:r>
              <a:rPr lang="en-US"/>
              <a:t> A figure usually contains more than one axes (plots). Each Axes has a title, an X label, and Y–label.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Axis -</a:t>
            </a:r>
            <a:r>
              <a:rPr lang="en-US"/>
              <a:t> It takes care of generating graph limits.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Artists -</a:t>
            </a:r>
            <a:r>
              <a:rPr lang="en-US"/>
              <a:t> Mostly they are tied to the axes, and whatever we see on the figure like text objects, line2d objects, collection objects.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6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EAFD-9AC6-708A-AA04-5355C87D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67898"/>
            <a:ext cx="7729728" cy="1188720"/>
          </a:xfrm>
        </p:spPr>
        <p:txBody>
          <a:bodyPr/>
          <a:lstStyle/>
          <a:p>
            <a:r>
              <a:rPr lang="en-US"/>
              <a:t>Axes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2219B-B3B8-5A1F-5B03-CAE8C2E1A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533" y="2015363"/>
            <a:ext cx="9160934" cy="1657775"/>
          </a:xfrm>
        </p:spPr>
        <p:txBody>
          <a:bodyPr>
            <a:normAutofit lnSpcReduction="10000"/>
          </a:bodyPr>
          <a:lstStyle/>
          <a:p>
            <a:r>
              <a:rPr lang="en-US" sz="2400" b="1"/>
              <a:t>Axes</a:t>
            </a:r>
            <a:r>
              <a:rPr lang="en-US" sz="2400"/>
              <a:t> is the most basic and flexible unit for creating sub-plots. Axes allow placement of plots at any location in the figure. </a:t>
            </a:r>
          </a:p>
          <a:p>
            <a:r>
              <a:rPr lang="en-US" sz="2400"/>
              <a:t>A given figure can contain many axes, but a given axes object can only be in one figure. </a:t>
            </a:r>
            <a:endParaRPr lang="en-US" sz="2400" dirty="0"/>
          </a:p>
        </p:txBody>
      </p:sp>
      <p:graphicFrame>
        <p:nvGraphicFramePr>
          <p:cNvPr id="6" name="Group 14">
            <a:extLst>
              <a:ext uri="{FF2B5EF4-FFF2-40B4-BE49-F238E27FC236}">
                <a16:creationId xmlns:a16="http://schemas.microsoft.com/office/drawing/2014/main" id="{7AD05BB3-BDDE-41F2-37D4-A89E3497B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323191"/>
              </p:ext>
            </p:extLst>
          </p:nvPr>
        </p:nvGraphicFramePr>
        <p:xfrm>
          <a:off x="791158" y="3902533"/>
          <a:ext cx="6137148" cy="2103443"/>
        </p:xfrm>
        <a:graphic>
          <a:graphicData uri="http://schemas.openxmlformats.org/drawingml/2006/table">
            <a:tbl>
              <a:tblPr/>
              <a:tblGrid>
                <a:gridCol w="528529">
                  <a:extLst>
                    <a:ext uri="{9D8B030D-6E8A-4147-A177-3AD203B41FA5}">
                      <a16:colId xmlns:a16="http://schemas.microsoft.com/office/drawing/2014/main" val="4011870828"/>
                    </a:ext>
                  </a:extLst>
                </a:gridCol>
                <a:gridCol w="5608619">
                  <a:extLst>
                    <a:ext uri="{9D8B030D-6E8A-4147-A177-3AD203B41FA5}">
                      <a16:colId xmlns:a16="http://schemas.microsoft.com/office/drawing/2014/main" val="2611516567"/>
                    </a:ext>
                  </a:extLst>
                </a:gridCol>
              </a:tblGrid>
              <a:tr h="401166">
                <a:tc gridSpan="2">
                  <a:txBody>
                    <a:bodyPr/>
                    <a:lstStyle>
                      <a:lvl1pPr marL="106363" defTabSz="4572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106363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axis.py</a:t>
                      </a:r>
                    </a:p>
                  </a:txBody>
                  <a:tcPr marL="39213" marR="39213" marT="39213" marB="3921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94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7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008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006581"/>
                  </a:ext>
                </a:extLst>
              </a:tr>
              <a:tr h="380373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import </a:t>
                      </a:r>
                      <a:r>
                        <a:rPr kumimoji="0" lang="en-US" altLang="en-US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matplotlib.pyplot</a:t>
                      </a: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 as </a:t>
                      </a:r>
                      <a:r>
                        <a:rPr kumimoji="0" lang="en-US" altLang="en-US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plt</a:t>
                      </a:r>
                      <a:endParaRPr kumimoji="0" lang="en-US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237133"/>
                  </a:ext>
                </a:extLst>
              </a:tr>
              <a:tr h="313808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 Creating the axes object with argument as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135188"/>
                  </a:ext>
                </a:extLst>
              </a:tr>
              <a:tr h="277906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 [left, bottom, width, height]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30074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ax = </a:t>
                      </a:r>
                      <a:r>
                        <a:rPr kumimoji="0" lang="en-US" sz="1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plt.axes</a:t>
                      </a:r>
                      <a:r>
                        <a:rPr kumimoji="0" 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([1, 1, 1, 1])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3362"/>
                  </a:ext>
                </a:extLst>
              </a:tr>
            </a:tbl>
          </a:graphicData>
        </a:graphic>
      </p:graphicFrame>
      <p:pic>
        <p:nvPicPr>
          <p:cNvPr id="10" name="Picture 9" descr="Shape, square&#10;&#10;Description automatically generated">
            <a:extLst>
              <a:ext uri="{FF2B5EF4-FFF2-40B4-BE49-F238E27FC236}">
                <a16:creationId xmlns:a16="http://schemas.microsoft.com/office/drawing/2014/main" id="{75FBFA49-A54A-37DB-BE04-3E76D85A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426" y="3740008"/>
            <a:ext cx="3463099" cy="234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86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EAFD-9AC6-708A-AA04-5355C87D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67898"/>
            <a:ext cx="7729728" cy="1188720"/>
          </a:xfrm>
        </p:spPr>
        <p:txBody>
          <a:bodyPr/>
          <a:lstStyle/>
          <a:p>
            <a:r>
              <a:rPr lang="en-US" dirty="0"/>
              <a:t>Figure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2219B-B3B8-5A1F-5B03-CAE8C2E1A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666" y="2082232"/>
            <a:ext cx="9228667" cy="1033501"/>
          </a:xfrm>
        </p:spPr>
        <p:txBody>
          <a:bodyPr>
            <a:normAutofit/>
          </a:bodyPr>
          <a:lstStyle/>
          <a:p>
            <a:r>
              <a:rPr lang="en-US" sz="2400" b="1"/>
              <a:t>Figure</a:t>
            </a:r>
            <a:r>
              <a:rPr lang="en-US" sz="2400"/>
              <a:t> class is the top-level container that contains one or more axes. </a:t>
            </a:r>
          </a:p>
          <a:p>
            <a:r>
              <a:rPr lang="en-US" sz="2400"/>
              <a:t>It is the overall window or page on which everything is drawn.</a:t>
            </a:r>
            <a:endParaRPr lang="en-US" sz="2400" dirty="0"/>
          </a:p>
        </p:txBody>
      </p:sp>
      <p:graphicFrame>
        <p:nvGraphicFramePr>
          <p:cNvPr id="6" name="Group 14">
            <a:extLst>
              <a:ext uri="{FF2B5EF4-FFF2-40B4-BE49-F238E27FC236}">
                <a16:creationId xmlns:a16="http://schemas.microsoft.com/office/drawing/2014/main" id="{7AD05BB3-BDDE-41F2-37D4-A89E3497B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68072"/>
              </p:ext>
            </p:extLst>
          </p:nvPr>
        </p:nvGraphicFramePr>
        <p:xfrm>
          <a:off x="672083" y="3278765"/>
          <a:ext cx="6100497" cy="3314579"/>
        </p:xfrm>
        <a:graphic>
          <a:graphicData uri="http://schemas.openxmlformats.org/drawingml/2006/table">
            <a:tbl>
              <a:tblPr/>
              <a:tblGrid>
                <a:gridCol w="367030">
                  <a:extLst>
                    <a:ext uri="{9D8B030D-6E8A-4147-A177-3AD203B41FA5}">
                      <a16:colId xmlns:a16="http://schemas.microsoft.com/office/drawing/2014/main" val="4011870828"/>
                    </a:ext>
                  </a:extLst>
                </a:gridCol>
                <a:gridCol w="5733467">
                  <a:extLst>
                    <a:ext uri="{9D8B030D-6E8A-4147-A177-3AD203B41FA5}">
                      <a16:colId xmlns:a16="http://schemas.microsoft.com/office/drawing/2014/main" val="2611516567"/>
                    </a:ext>
                  </a:extLst>
                </a:gridCol>
              </a:tblGrid>
              <a:tr h="401166">
                <a:tc gridSpan="2">
                  <a:txBody>
                    <a:bodyPr/>
                    <a:lstStyle>
                      <a:lvl1pPr marL="106363" defTabSz="4572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106363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figure.py</a:t>
                      </a:r>
                    </a:p>
                  </a:txBody>
                  <a:tcPr marL="39213" marR="39213" marT="39213" marB="3921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94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7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8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006581"/>
                  </a:ext>
                </a:extLst>
              </a:tr>
              <a:tr h="380373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import </a:t>
                      </a:r>
                      <a:r>
                        <a:rPr kumimoji="0" lang="en-US" alt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matplotlib.pyplot</a:t>
                      </a: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 as </a:t>
                      </a:r>
                      <a:r>
                        <a:rPr kumimoji="0" lang="en-US" alt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plt</a:t>
                      </a: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237133"/>
                  </a:ext>
                </a:extLst>
              </a:tr>
              <a:tr h="313808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from </a:t>
                      </a: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matplotlib.figure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import Figure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135188"/>
                  </a:ext>
                </a:extLst>
              </a:tr>
              <a:tr h="277906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 Create a figure with width=5, height=4 inches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30074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fig = </a:t>
                      </a:r>
                      <a:r>
                        <a:rPr kumimoji="0" 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plt.figure</a:t>
                      </a: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figsize</a:t>
                      </a: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=(5, 4))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336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ax = </a:t>
                      </a: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fig.add_axes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([1, 1, 1, 1])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13945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 Adding the data to be plotted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20861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ax.plot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([2,3,4,5,5,6,6],[1,4,4,3,5,6,0])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876726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8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plt.show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()</a:t>
                      </a:r>
                      <a:endParaRPr kumimoji="0" lang="en-US" sz="1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050894"/>
                  </a:ext>
                </a:extLst>
              </a:tr>
            </a:tbl>
          </a:graphicData>
        </a:graphic>
      </p:graphicFrame>
      <p:pic>
        <p:nvPicPr>
          <p:cNvPr id="10" name="Picture 9" descr="Line chart&#10;&#10;Description automatically generated">
            <a:extLst>
              <a:ext uri="{FF2B5EF4-FFF2-40B4-BE49-F238E27FC236}">
                <a16:creationId xmlns:a16="http://schemas.microsoft.com/office/drawing/2014/main" id="{9B520B76-8DB5-5D6F-A1B0-E858983D6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36" y="3429000"/>
            <a:ext cx="3941674" cy="324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5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EAFD-9AC6-708A-AA04-5355C87D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67898"/>
            <a:ext cx="7729728" cy="1188720"/>
          </a:xfrm>
        </p:spPr>
        <p:txBody>
          <a:bodyPr/>
          <a:lstStyle/>
          <a:p>
            <a:r>
              <a:rPr lang="en-US" dirty="0"/>
              <a:t>The plot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2219B-B3B8-5A1F-5B03-CAE8C2E1A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132" y="2010864"/>
            <a:ext cx="8449735" cy="974727"/>
          </a:xfrm>
        </p:spPr>
        <p:txBody>
          <a:bodyPr>
            <a:normAutofit/>
          </a:bodyPr>
          <a:lstStyle/>
          <a:p>
            <a:r>
              <a:rPr lang="en-US" sz="2400"/>
              <a:t>The plot functions marks the x-coordinates (1, 2, 3, 4) and y-coordinates (5,10,15,20) in a linear graph with specified scales.</a:t>
            </a:r>
            <a:endParaRPr lang="en-US" sz="2400" dirty="0"/>
          </a:p>
        </p:txBody>
      </p:sp>
      <p:graphicFrame>
        <p:nvGraphicFramePr>
          <p:cNvPr id="6" name="Group 14">
            <a:extLst>
              <a:ext uri="{FF2B5EF4-FFF2-40B4-BE49-F238E27FC236}">
                <a16:creationId xmlns:a16="http://schemas.microsoft.com/office/drawing/2014/main" id="{7AD05BB3-BDDE-41F2-37D4-A89E3497B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915968"/>
              </p:ext>
            </p:extLst>
          </p:nvPr>
        </p:nvGraphicFramePr>
        <p:xfrm>
          <a:off x="875283" y="3429000"/>
          <a:ext cx="5457783" cy="2674499"/>
        </p:xfrm>
        <a:graphic>
          <a:graphicData uri="http://schemas.openxmlformats.org/drawingml/2006/table">
            <a:tbl>
              <a:tblPr/>
              <a:tblGrid>
                <a:gridCol w="328362">
                  <a:extLst>
                    <a:ext uri="{9D8B030D-6E8A-4147-A177-3AD203B41FA5}">
                      <a16:colId xmlns:a16="http://schemas.microsoft.com/office/drawing/2014/main" val="4011870828"/>
                    </a:ext>
                  </a:extLst>
                </a:gridCol>
                <a:gridCol w="5129421">
                  <a:extLst>
                    <a:ext uri="{9D8B030D-6E8A-4147-A177-3AD203B41FA5}">
                      <a16:colId xmlns:a16="http://schemas.microsoft.com/office/drawing/2014/main" val="2611516567"/>
                    </a:ext>
                  </a:extLst>
                </a:gridCol>
              </a:tblGrid>
              <a:tr h="401166">
                <a:tc gridSpan="2">
                  <a:txBody>
                    <a:bodyPr/>
                    <a:lstStyle>
                      <a:lvl1pPr marL="106363" defTabSz="4572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106363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plot.py</a:t>
                      </a:r>
                    </a:p>
                  </a:txBody>
                  <a:tcPr marL="39213" marR="39213" marT="39213" marB="3921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94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7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8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006581"/>
                  </a:ext>
                </a:extLst>
              </a:tr>
              <a:tr h="380373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import </a:t>
                      </a:r>
                      <a:r>
                        <a:rPr kumimoji="0" lang="en-US" alt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matplotlib.pyplot</a:t>
                      </a: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 as </a:t>
                      </a:r>
                      <a:r>
                        <a:rPr kumimoji="0" lang="en-US" alt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plt</a:t>
                      </a: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237133"/>
                  </a:ext>
                </a:extLst>
              </a:tr>
              <a:tr h="313808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135188"/>
                  </a:ext>
                </a:extLst>
              </a:tr>
              <a:tr h="277906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 plot a line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30074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plt.plot</a:t>
                      </a: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([1, 2, 3, 4], [5, 10, 15, 20])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336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plt.axis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([0, 6, 0, 25])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13945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plt.show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20861"/>
                  </a:ext>
                </a:extLst>
              </a:tr>
            </a:tbl>
          </a:graphicData>
        </a:graphic>
      </p:graphicFrame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A8609729-32BC-E59B-A6A9-3BBFA0B2B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828" y="3239838"/>
            <a:ext cx="4723809" cy="3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96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EAFD-9AC6-708A-AA04-5355C87D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67898"/>
            <a:ext cx="7729728" cy="1188720"/>
          </a:xfrm>
        </p:spPr>
        <p:txBody>
          <a:bodyPr/>
          <a:lstStyle/>
          <a:p>
            <a:r>
              <a:rPr lang="en-US" dirty="0"/>
              <a:t>The plot function</a:t>
            </a:r>
          </a:p>
        </p:txBody>
      </p:sp>
      <p:graphicFrame>
        <p:nvGraphicFramePr>
          <p:cNvPr id="6" name="Group 14">
            <a:extLst>
              <a:ext uri="{FF2B5EF4-FFF2-40B4-BE49-F238E27FC236}">
                <a16:creationId xmlns:a16="http://schemas.microsoft.com/office/drawing/2014/main" id="{7AD05BB3-BDDE-41F2-37D4-A89E3497B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173"/>
              </p:ext>
            </p:extLst>
          </p:nvPr>
        </p:nvGraphicFramePr>
        <p:xfrm>
          <a:off x="807549" y="2887133"/>
          <a:ext cx="5457783" cy="2994539"/>
        </p:xfrm>
        <a:graphic>
          <a:graphicData uri="http://schemas.openxmlformats.org/drawingml/2006/table">
            <a:tbl>
              <a:tblPr/>
              <a:tblGrid>
                <a:gridCol w="328362">
                  <a:extLst>
                    <a:ext uri="{9D8B030D-6E8A-4147-A177-3AD203B41FA5}">
                      <a16:colId xmlns:a16="http://schemas.microsoft.com/office/drawing/2014/main" val="4011870828"/>
                    </a:ext>
                  </a:extLst>
                </a:gridCol>
                <a:gridCol w="5129421">
                  <a:extLst>
                    <a:ext uri="{9D8B030D-6E8A-4147-A177-3AD203B41FA5}">
                      <a16:colId xmlns:a16="http://schemas.microsoft.com/office/drawing/2014/main" val="2611516567"/>
                    </a:ext>
                  </a:extLst>
                </a:gridCol>
              </a:tblGrid>
              <a:tr h="401166">
                <a:tc gridSpan="2">
                  <a:txBody>
                    <a:bodyPr/>
                    <a:lstStyle>
                      <a:lvl1pPr marL="106363" defTabSz="4572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106363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plot2.py</a:t>
                      </a:r>
                    </a:p>
                  </a:txBody>
                  <a:tcPr marL="39213" marR="39213" marT="39213" marB="3921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94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7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8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006581"/>
                  </a:ext>
                </a:extLst>
              </a:tr>
              <a:tr h="380373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import </a:t>
                      </a:r>
                      <a:r>
                        <a:rPr kumimoji="0" lang="en-US" alt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matplotlib.pyplot</a:t>
                      </a: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 as </a:t>
                      </a:r>
                      <a:r>
                        <a:rPr kumimoji="0" lang="en-US" alt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plt</a:t>
                      </a: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237133"/>
                  </a:ext>
                </a:extLst>
              </a:tr>
              <a:tr h="313808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135188"/>
                  </a:ext>
                </a:extLst>
              </a:tr>
              <a:tr h="277906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 plot a line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30074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plt.plot</a:t>
                      </a: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([1, 2, 3, 4], [5, 10, 15, 20])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336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plt.plot</a:t>
                      </a: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([1, 2, 3, 4], [5, 14, 18, 22])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23645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plt.axis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([0, 6, 0, 25])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13945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plt.show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20861"/>
                  </a:ext>
                </a:extLst>
              </a:tr>
            </a:tbl>
          </a:graphicData>
        </a:graphic>
      </p:graphicFrame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DCF43989-83E7-460F-D6C0-9037C6BC8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642" y="2784402"/>
            <a:ext cx="4723809" cy="3200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CAF07A0-180F-E59F-7D9F-5C2227FBA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056340"/>
            <a:ext cx="7729728" cy="1072937"/>
          </a:xfrm>
        </p:spPr>
        <p:txBody>
          <a:bodyPr>
            <a:normAutofit/>
          </a:bodyPr>
          <a:lstStyle/>
          <a:p>
            <a:r>
              <a:rPr lang="en-US" sz="2400" dirty="0"/>
              <a:t>We can plot two lines.</a:t>
            </a:r>
          </a:p>
        </p:txBody>
      </p:sp>
    </p:spTree>
    <p:extLst>
      <p:ext uri="{BB962C8B-B14F-4D97-AF65-F5344CB8AC3E}">
        <p14:creationId xmlns:p14="http://schemas.microsoft.com/office/powerpoint/2010/main" val="1253026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EAFD-9AC6-708A-AA04-5355C87D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67898"/>
            <a:ext cx="7729728" cy="1188720"/>
          </a:xfrm>
        </p:spPr>
        <p:txBody>
          <a:bodyPr/>
          <a:lstStyle/>
          <a:p>
            <a:r>
              <a:rPr lang="en-US" dirty="0"/>
              <a:t>The plot function</a:t>
            </a:r>
          </a:p>
        </p:txBody>
      </p:sp>
      <p:graphicFrame>
        <p:nvGraphicFramePr>
          <p:cNvPr id="6" name="Group 14">
            <a:extLst>
              <a:ext uri="{FF2B5EF4-FFF2-40B4-BE49-F238E27FC236}">
                <a16:creationId xmlns:a16="http://schemas.microsoft.com/office/drawing/2014/main" id="{7AD05BB3-BDDE-41F2-37D4-A89E3497B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322173"/>
              </p:ext>
            </p:extLst>
          </p:nvPr>
        </p:nvGraphicFramePr>
        <p:xfrm>
          <a:off x="546407" y="2592808"/>
          <a:ext cx="5457783" cy="3954659"/>
        </p:xfrm>
        <a:graphic>
          <a:graphicData uri="http://schemas.openxmlformats.org/drawingml/2006/table">
            <a:tbl>
              <a:tblPr/>
              <a:tblGrid>
                <a:gridCol w="435726">
                  <a:extLst>
                    <a:ext uri="{9D8B030D-6E8A-4147-A177-3AD203B41FA5}">
                      <a16:colId xmlns:a16="http://schemas.microsoft.com/office/drawing/2014/main" val="4011870828"/>
                    </a:ext>
                  </a:extLst>
                </a:gridCol>
                <a:gridCol w="5022057">
                  <a:extLst>
                    <a:ext uri="{9D8B030D-6E8A-4147-A177-3AD203B41FA5}">
                      <a16:colId xmlns:a16="http://schemas.microsoft.com/office/drawing/2014/main" val="2611516567"/>
                    </a:ext>
                  </a:extLst>
                </a:gridCol>
              </a:tblGrid>
              <a:tr h="401166">
                <a:tc gridSpan="2">
                  <a:txBody>
                    <a:bodyPr/>
                    <a:lstStyle>
                      <a:lvl1pPr marL="106363" defTabSz="4572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106363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plot3.py</a:t>
                      </a:r>
                    </a:p>
                  </a:txBody>
                  <a:tcPr marL="39213" marR="39213" marT="39213" marB="3921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94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7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8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3224" marR="43224" marT="43224" marB="4322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006581"/>
                  </a:ext>
                </a:extLst>
              </a:tr>
              <a:tr h="380373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import </a:t>
                      </a:r>
                      <a:r>
                        <a:rPr kumimoji="0" lang="en-US" alt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matplotlib.pyplot</a:t>
                      </a: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 as </a:t>
                      </a:r>
                      <a:r>
                        <a:rPr kumimoji="0" lang="en-US" alt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plt</a:t>
                      </a: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237133"/>
                  </a:ext>
                </a:extLst>
              </a:tr>
              <a:tr h="313808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135188"/>
                  </a:ext>
                </a:extLst>
              </a:tr>
              <a:tr h="277906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plt.plot</a:t>
                      </a: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([1, 2, 3, 4], [5, 10, 15, 20])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30074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plt.plot</a:t>
                      </a: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([1, 2, 3, 4], [5, 14, 18, 22])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336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plt.axis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([0, 6, 0, 25])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23645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12439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plt.xlabel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('X axis name’) 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#axis name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894199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8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plt.ylabel('Y axis name’) </a:t>
                      </a:r>
                      <a:r>
                        <a:rPr kumimoji="0" lang="es-E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#axis name</a:t>
                      </a:r>
                      <a:endParaRPr kumimoji="0" lang="en-US" altLang="en-US" sz="15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808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13945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9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plt.title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('Title’) 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#adding a title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877084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106363" marR="0" lvl="0" indent="0" algn="ctr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10</a:t>
                      </a:r>
                    </a:p>
                  </a:txBody>
                  <a:tcPr marL="0" marR="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5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plt.show</a:t>
                      </a:r>
                      <a:r>
                        <a:rPr kumimoji="0" lang="en-US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20861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CAF07A0-180F-E59F-7D9F-5C2227FBA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056340"/>
            <a:ext cx="7729728" cy="1072937"/>
          </a:xfrm>
        </p:spPr>
        <p:txBody>
          <a:bodyPr>
            <a:normAutofit/>
          </a:bodyPr>
          <a:lstStyle/>
          <a:p>
            <a:r>
              <a:rPr lang="en-US" sz="2400" dirty="0"/>
              <a:t>We can add axis name and title.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8DE4B667-3593-00D3-BC8E-29536DDD4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263" y="2659119"/>
            <a:ext cx="5289330" cy="380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47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9C6207A-2441-F34B-5EC9-C39AE3D95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6130" y="2103658"/>
            <a:ext cx="7199735" cy="854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Using pyplot we can create a different types of plots, the main types being:</a:t>
            </a:r>
            <a:endParaRPr lang="en-US" sz="2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D962AADD-9A50-52F1-11AE-6689D641F1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159099"/>
              </p:ext>
            </p:extLst>
          </p:nvPr>
        </p:nvGraphicFramePr>
        <p:xfrm>
          <a:off x="1517003" y="3146611"/>
          <a:ext cx="9157988" cy="2773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12482">
                  <a:extLst>
                    <a:ext uri="{9D8B030D-6E8A-4147-A177-3AD203B41FA5}">
                      <a16:colId xmlns:a16="http://schemas.microsoft.com/office/drawing/2014/main" val="3453241873"/>
                    </a:ext>
                  </a:extLst>
                </a:gridCol>
                <a:gridCol w="1288251">
                  <a:extLst>
                    <a:ext uri="{9D8B030D-6E8A-4147-A177-3AD203B41FA5}">
                      <a16:colId xmlns:a16="http://schemas.microsoft.com/office/drawing/2014/main" val="591923227"/>
                    </a:ext>
                  </a:extLst>
                </a:gridCol>
                <a:gridCol w="6457255">
                  <a:extLst>
                    <a:ext uri="{9D8B030D-6E8A-4147-A177-3AD203B41FA5}">
                      <a16:colId xmlns:a16="http://schemas.microsoft.com/office/drawing/2014/main" val="3179962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Type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Function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Read more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10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Line chart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plot( )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2"/>
                        </a:rPr>
                        <a:t>https://www.geeksforgeeks.org/line-chart-in-matplotlib-python/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826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Bar chart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bar( )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3"/>
                        </a:rPr>
                        <a:t>https://www.geeksforgeeks.org/bar-plot-in-matplotlib/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28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Histograms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hist( )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4"/>
                        </a:rPr>
                        <a:t>https://www.geeksforgeeks.org/matplotlib-pyplot-hist-in-python/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909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Scatter plot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scatter( )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5"/>
                        </a:rPr>
                        <a:t>https://www.geeksforgeeks.org/matplotlib-pyplot-scatter-in-python/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Pie chart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pie( )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https://www.geeksforgeeks.org/plot-a-pie-chart-in-python-using-matplotlib/?ref=gcse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504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+mn-lt"/>
                        </a:rPr>
                        <a:t>Box plot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Boxplot( )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7"/>
                        </a:rPr>
                        <a:t>https://www.geeksforgeeks.org/box-plot-in-python-using-matplotlib/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720868"/>
                  </a:ext>
                </a:extLst>
              </a:tr>
            </a:tbl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872E17EC-8B53-2CB1-1782-E89C7A79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4" y="567898"/>
            <a:ext cx="7729728" cy="1188720"/>
          </a:xfrm>
        </p:spPr>
        <p:txBody>
          <a:bodyPr/>
          <a:lstStyle/>
          <a:p>
            <a:r>
              <a:rPr lang="en-US" dirty="0"/>
              <a:t>Different Types of Plots</a:t>
            </a:r>
          </a:p>
        </p:txBody>
      </p:sp>
    </p:spTree>
    <p:extLst>
      <p:ext uri="{BB962C8B-B14F-4D97-AF65-F5344CB8AC3E}">
        <p14:creationId xmlns:p14="http://schemas.microsoft.com/office/powerpoint/2010/main" val="2303404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9C6207A-2441-F34B-5EC9-C39AE3D95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6130" y="2259106"/>
            <a:ext cx="7199735" cy="29942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/>
              <a:t>We can save the created plots using the </a:t>
            </a:r>
            <a:r>
              <a:rPr lang="en-US" sz="2200" dirty="0" err="1"/>
              <a:t>savefig</a:t>
            </a:r>
            <a:r>
              <a:rPr lang="en-US" sz="2200" dirty="0"/>
              <a:t> command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plt.savefig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'foo.png’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plt.savefig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'foo.pdf’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plt.savefig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'foo.jpg’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/>
              <a:t>Use it right after you finish creating the graph, the saved file will be in the same directory the code is.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72E17EC-8B53-2CB1-1782-E89C7A79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4" y="567898"/>
            <a:ext cx="7729728" cy="1188720"/>
          </a:xfrm>
        </p:spPr>
        <p:txBody>
          <a:bodyPr/>
          <a:lstStyle/>
          <a:p>
            <a:r>
              <a:rPr lang="en-US" dirty="0"/>
              <a:t>Saving Graphs </a:t>
            </a:r>
          </a:p>
        </p:txBody>
      </p:sp>
    </p:spTree>
    <p:extLst>
      <p:ext uri="{BB962C8B-B14F-4D97-AF65-F5344CB8AC3E}">
        <p14:creationId xmlns:p14="http://schemas.microsoft.com/office/powerpoint/2010/main" val="185741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9C6207A-2441-F34B-5EC9-C39AE3D95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6130" y="2259105"/>
            <a:ext cx="7199735" cy="3567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Download the </a:t>
            </a:r>
            <a:r>
              <a:rPr lang="en-US" sz="2200" dirty="0" err="1"/>
              <a:t>python_matplotlib_tutorial.ipynb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r>
              <a:rPr lang="en-US" sz="2200" dirty="0"/>
              <a:t>Open the file using </a:t>
            </a:r>
            <a:r>
              <a:rPr lang="en-US" sz="2200" dirty="0" err="1"/>
              <a:t>Jupyter</a:t>
            </a:r>
            <a:r>
              <a:rPr lang="en-US" sz="2200"/>
              <a:t> Notebook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Read the instructions and run the code blocks in sections 1-6. </a:t>
            </a:r>
          </a:p>
          <a:p>
            <a:pPr marL="0" indent="0">
              <a:buNone/>
            </a:pPr>
            <a:r>
              <a:rPr lang="en-US" sz="2200" dirty="0"/>
              <a:t>Finish the tasks in section 7.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When finished download the notebook as html and submit both the html and </a:t>
            </a:r>
            <a:r>
              <a:rPr lang="en-US" sz="2200" dirty="0" err="1"/>
              <a:t>ipynb</a:t>
            </a:r>
            <a:r>
              <a:rPr lang="en-US" sz="2200" dirty="0"/>
              <a:t> files in </a:t>
            </a:r>
            <a:r>
              <a:rPr lang="en-US" sz="2200" dirty="0" err="1"/>
              <a:t>moodle</a:t>
            </a:r>
            <a:r>
              <a:rPr lang="en-US" sz="2200" dirty="0"/>
              <a:t>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72E17EC-8B53-2CB1-1782-E89C7A79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4" y="567898"/>
            <a:ext cx="7729728" cy="1188720"/>
          </a:xfrm>
        </p:spPr>
        <p:txBody>
          <a:bodyPr/>
          <a:lstStyle/>
          <a:p>
            <a:r>
              <a:rPr lang="en-US" dirty="0"/>
              <a:t>CLASS ASSIGNMENT</a:t>
            </a:r>
          </a:p>
        </p:txBody>
      </p:sp>
    </p:spTree>
    <p:extLst>
      <p:ext uri="{BB962C8B-B14F-4D97-AF65-F5344CB8AC3E}">
        <p14:creationId xmlns:p14="http://schemas.microsoft.com/office/powerpoint/2010/main" val="419495805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1474</TotalTime>
  <Words>1026</Words>
  <Application>Microsoft Macintosh PowerPoint</Application>
  <PresentationFormat>Widescreen</PresentationFormat>
  <Paragraphs>141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Gill Sans MT</vt:lpstr>
      <vt:lpstr>Tahoma</vt:lpstr>
      <vt:lpstr>Parcel</vt:lpstr>
      <vt:lpstr>PowerPoint Presentation</vt:lpstr>
      <vt:lpstr>Python Matplotlib</vt:lpstr>
      <vt:lpstr>What is Matplotlib?</vt:lpstr>
      <vt:lpstr>Pyplot module</vt:lpstr>
      <vt:lpstr>Axes Class</vt:lpstr>
      <vt:lpstr>Figure Class</vt:lpstr>
      <vt:lpstr>The plot function</vt:lpstr>
      <vt:lpstr>The plot function</vt:lpstr>
      <vt:lpstr>The plot function</vt:lpstr>
      <vt:lpstr>Different Types of Plots</vt:lpstr>
      <vt:lpstr>Saving Graphs </vt:lpstr>
      <vt:lpstr>CLASS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python</dc:title>
  <dc:creator>Nareed Hashem</dc:creator>
  <cp:lastModifiedBy>יואל לניר</cp:lastModifiedBy>
  <cp:revision>3</cp:revision>
  <dcterms:created xsi:type="dcterms:W3CDTF">2023-03-04T16:39:02Z</dcterms:created>
  <dcterms:modified xsi:type="dcterms:W3CDTF">2026-04-29T14:01:10Z</dcterms:modified>
</cp:coreProperties>
</file>